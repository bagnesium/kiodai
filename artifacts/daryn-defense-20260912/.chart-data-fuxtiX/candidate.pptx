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41b0a8eb054ce5" /><Relationship Type="http://schemas.openxmlformats.org/officeDocument/2006/relationships/extended-properties" Target="/docProps/app.xml" Id="Rdcd53a4d175b41d2" /><Relationship Type="http://schemas.openxmlformats.org/officeDocument/2006/relationships/officeDocument" Target="/ppt/presentation.xml" Id="R5f332409a728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c5485b0de54979"/>
  </p:sldMasterIdLst>
  <p:notesMasterIdLst>
    <p:notesMasterId xmlns:r="http://schemas.openxmlformats.org/officeDocument/2006/relationships" r:id="Rd286081acb0d464b"/>
  </p:notesMasterIdLst>
  <p:sldIdLst>
    <p:sldId xmlns:r="http://schemas.openxmlformats.org/officeDocument/2006/relationships" id="256" r:id="Reae34526ea114a42"/>
    <p:sldId xmlns:r="http://schemas.openxmlformats.org/officeDocument/2006/relationships" id="257" r:id="R9b1a7a9577864df0"/>
    <p:sldId xmlns:r="http://schemas.openxmlformats.org/officeDocument/2006/relationships" id="258" r:id="R9de8ac8e36b04d33"/>
    <p:sldId xmlns:r="http://schemas.openxmlformats.org/officeDocument/2006/relationships" id="259" r:id="Re5ca0ddbdd994e24"/>
    <p:sldId xmlns:r="http://schemas.openxmlformats.org/officeDocument/2006/relationships" id="260" r:id="Ra483eb05c15d4c1f"/>
    <p:sldId xmlns:r="http://schemas.openxmlformats.org/officeDocument/2006/relationships" id="261" r:id="R9642250812244253"/>
    <p:sldId xmlns:r="http://schemas.openxmlformats.org/officeDocument/2006/relationships" id="262" r:id="R45e2650b38c244a5"/>
    <p:sldId xmlns:r="http://schemas.openxmlformats.org/officeDocument/2006/relationships" id="263" r:id="R537fccca00ac4929"/>
    <p:sldId xmlns:r="http://schemas.openxmlformats.org/officeDocument/2006/relationships" id="264" r:id="Rc3e924473a3d4e30"/>
    <p:sldId xmlns:r="http://schemas.openxmlformats.org/officeDocument/2006/relationships" id="265" r:id="Rd5627d06085d48dc"/>
    <p:sldId xmlns:r="http://schemas.openxmlformats.org/officeDocument/2006/relationships" id="266" r:id="Re81c1f1476fc4e32"/>
    <p:sldId xmlns:r="http://schemas.openxmlformats.org/officeDocument/2006/relationships" id="267" r:id="R236bf14e3f9a4939"/>
    <p:sldId xmlns:r="http://schemas.openxmlformats.org/officeDocument/2006/relationships" id="268" r:id="R8fae27b368de44ae"/>
    <p:sldId xmlns:r="http://schemas.openxmlformats.org/officeDocument/2006/relationships" id="269" r:id="Rac950b644d4e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f689e7a2c4afd" /><Relationship Type="http://schemas.openxmlformats.org/officeDocument/2006/relationships/slideMaster" Target="/ppt/slideMasters/slideMaster1.xml" Id="R4ac5485b0de54979" /><Relationship Type="http://schemas.openxmlformats.org/officeDocument/2006/relationships/notesMaster" Target="/ppt/notesMasters/notesMaster1.xml" Id="Rd286081acb0d464b" /><Relationship Type="http://schemas.openxmlformats.org/officeDocument/2006/relationships/presProps" Target="/ppt/presProps.xml" Id="R0ddb37d0cbc24213" /><Relationship Type="http://schemas.openxmlformats.org/officeDocument/2006/relationships/tableStyles" Target="/ppt/tableStyles.xml" Id="Redfab7f5bbaa4d70" /><Relationship Type="http://schemas.openxmlformats.org/officeDocument/2006/relationships/slide" Target="/ppt/slides/slide1.xml" Id="Reae34526ea114a42" /><Relationship Type="http://schemas.openxmlformats.org/officeDocument/2006/relationships/slide" Target="/ppt/slides/slide2.xml" Id="R9b1a7a9577864df0" /><Relationship Type="http://schemas.openxmlformats.org/officeDocument/2006/relationships/slide" Target="/ppt/slides/slide3.xml" Id="R9de8ac8e36b04d33" /><Relationship Type="http://schemas.openxmlformats.org/officeDocument/2006/relationships/slide" Target="/ppt/slides/slide4.xml" Id="Re5ca0ddbdd994e24" /><Relationship Type="http://schemas.openxmlformats.org/officeDocument/2006/relationships/slide" Target="/ppt/slides/slide5.xml" Id="Ra483eb05c15d4c1f" /><Relationship Type="http://schemas.openxmlformats.org/officeDocument/2006/relationships/slide" Target="/ppt/slides/slide6.xml" Id="R9642250812244253" /><Relationship Type="http://schemas.openxmlformats.org/officeDocument/2006/relationships/slide" Target="/ppt/slides/slide7.xml" Id="R45e2650b38c244a5" /><Relationship Type="http://schemas.openxmlformats.org/officeDocument/2006/relationships/slide" Target="/ppt/slides/slide8.xml" Id="R537fccca00ac4929" /><Relationship Type="http://schemas.openxmlformats.org/officeDocument/2006/relationships/slide" Target="/ppt/slides/slide9.xml" Id="Rc3e924473a3d4e30" /><Relationship Type="http://schemas.openxmlformats.org/officeDocument/2006/relationships/slide" Target="/ppt/slides/slide10.xml" Id="Rd5627d06085d48dc" /><Relationship Type="http://schemas.openxmlformats.org/officeDocument/2006/relationships/slide" Target="/ppt/slides/slide11.xml" Id="Re81c1f1476fc4e32" /><Relationship Type="http://schemas.openxmlformats.org/officeDocument/2006/relationships/slide" Target="/ppt/slides/slide12.xml" Id="R236bf14e3f9a4939" /><Relationship Type="http://schemas.openxmlformats.org/officeDocument/2006/relationships/slide" Target="/ppt/slides/slide13.xml" Id="R8fae27b368de44ae" /><Relationship Type="http://schemas.openxmlformats.org/officeDocument/2006/relationships/slide" Target="/ppt/slides/slide14.xml" Id="Rac950b644d4e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c4c79b4db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953349c884d2a" /><Relationship Type="http://schemas.openxmlformats.org/officeDocument/2006/relationships/notesMaster" Target="/ppt/notesMasters/notesMaster1.xml" Id="R4574ce5aa3a644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4a88d392b424c" /><Relationship Type="http://schemas.openxmlformats.org/officeDocument/2006/relationships/notesMaster" Target="/ppt/notesMasters/notesMaster1.xml" Id="Ra2b471b6fbed49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ae0a4b2e2940ba" /><Relationship Type="http://schemas.openxmlformats.org/officeDocument/2006/relationships/notesMaster" Target="/ppt/notesMasters/notesMaster1.xml" Id="Rdc6c1cd5004b4a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a072877e049c2" /><Relationship Type="http://schemas.openxmlformats.org/officeDocument/2006/relationships/notesMaster" Target="/ppt/notesMasters/notesMaster1.xml" Id="Rad2c98ac351c44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233486ed6b44df" /><Relationship Type="http://schemas.openxmlformats.org/officeDocument/2006/relationships/notesMaster" Target="/ppt/notesMasters/notesMaster1.xml" Id="Rbbcbc9b3b74640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affcca4284ea2" /><Relationship Type="http://schemas.openxmlformats.org/officeDocument/2006/relationships/notesMaster" Target="/ppt/notesMasters/notesMaster1.xml" Id="R7fdff010788446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04102dca04325" /><Relationship Type="http://schemas.openxmlformats.org/officeDocument/2006/relationships/notesMaster" Target="/ppt/notesMasters/notesMaster1.xml" Id="Rea1b35ac30194e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d98f019eb40fe" /><Relationship Type="http://schemas.openxmlformats.org/officeDocument/2006/relationships/notesMaster" Target="/ppt/notesMasters/notesMaster1.xml" Id="R1b13c588cc8149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b3755aa1944808" /><Relationship Type="http://schemas.openxmlformats.org/officeDocument/2006/relationships/notesMaster" Target="/ppt/notesMasters/notesMaster1.xml" Id="R92589a1a356040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ca251c0bc84f27" /><Relationship Type="http://schemas.openxmlformats.org/officeDocument/2006/relationships/notesMaster" Target="/ppt/notesMasters/notesMaster1.xml" Id="Race87446c3884b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54a9c7673e4626" /><Relationship Type="http://schemas.openxmlformats.org/officeDocument/2006/relationships/notesMaster" Target="/ppt/notesMasters/notesMaster1.xml" Id="Rd31d3460939b42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beb00b46df47f8" /><Relationship Type="http://schemas.openxmlformats.org/officeDocument/2006/relationships/notesMaster" Target="/ppt/notesMasters/notesMaster1.xml" Id="Re6869025049f4e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317e07389640e2" /><Relationship Type="http://schemas.openxmlformats.org/officeDocument/2006/relationships/notesMaster" Target="/ppt/notesMasters/notesMaster1.xml" Id="Rc1f01367722e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dcd966ad644c09" /><Relationship Type="http://schemas.openxmlformats.org/officeDocument/2006/relationships/notesMaster" Target="/ppt/notesMasters/notesMaster1.xml" Id="Rc3a8553202d3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Рукопись Kiodai_Bagdat_Beimzhan.docx, разделы 1 и 2.1. Постановка задачи актуальна, описание стадии экспериментов в рукописи устарело.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Различается управление запросами: у B_ledger решение принимает модель, у A2 — ограниченный программный контроллер.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В рукописи мой вклад обозначен как постановка вопроса и разработка методики сравнения. Код и текст готовились с ИИ-помощью. Самостоятельность нужно подтверждать историей работы и защитой.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Не утверждать, что весь код написан самостоятельно или что семантический анализ независимо подтверждён. Авторский вклад сформулирован не шире найденной рукописи.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Рукопись, раздел 5.5. docs/v2_1/FINDINGS_AND_DEFENSE.md, Methods and discussion. artifacts/verification/v21-comparison-live-20260911/methods_background.md. research/CLAIMS.md, итоговое сравнение.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По сводке завершено/незавершено: A0 22+2, B_ledger 18+6, A2 12+12, при 27 instructed. Представление не объясняет это расхождение отменами и не вводит completion rate.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Рукопись, §5.5: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e2ddcd7e7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47f1f543140fe" /><Relationship Type="http://schemas.openxmlformats.org/officeDocument/2006/relationships/slideLayout" Target="/ppt/slideLayouts/slideLayout1.xml" Id="Ra1404b58308141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04b58308141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4904cba74692" /><Relationship Type="http://schemas.openxmlformats.org/officeDocument/2006/relationships/notesSlide" Target="/ppt/notesSlides/notesSlide1.xml" Id="R3f996e40e3c8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08d07a71143c4" /><Relationship Type="http://schemas.openxmlformats.org/officeDocument/2006/relationships/notesSlide" Target="/ppt/notesSlides/notesSlide2.xml" Id="Rfe7093b7520f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a0dc950554cb0" /><Relationship Type="http://schemas.openxmlformats.org/officeDocument/2006/relationships/notesSlide" Target="/ppt/notesSlides/notesSlide3.xml" Id="R09fe426fc83e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1d0ea0e3d4cf9" /><Relationship Type="http://schemas.openxmlformats.org/officeDocument/2006/relationships/notesSlide" Target="/ppt/notesSlides/notesSlide4.xml" Id="R9cea4f336de745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e799fd6a4d3d" /><Relationship Type="http://schemas.openxmlformats.org/officeDocument/2006/relationships/chart" Target="/ppt/slides/charts/chart1.xml" Id="Ra38892f202934cee" /><Relationship Type="http://schemas.openxmlformats.org/officeDocument/2006/relationships/notesSlide" Target="/ppt/notesSlides/notesSlide5.xml" Id="Rb035d0c5a8fc47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85efcf6b64eaa" /><Relationship Type="http://schemas.openxmlformats.org/officeDocument/2006/relationships/chart" Target="/ppt/slides/charts/chart2.xml" Id="Ra8c8f870cfa9486f" /><Relationship Type="http://schemas.openxmlformats.org/officeDocument/2006/relationships/notesSlide" Target="/ppt/notesSlides/notesSlide6.xml" Id="Rae64fab62286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6ddcce5c843e3" /><Relationship Type="http://schemas.openxmlformats.org/officeDocument/2006/relationships/notesSlide" Target="/ppt/notesSlides/notesSlide7.xml" Id="R909a668b0b7b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c80a4d1844e75" /><Relationship Type="http://schemas.openxmlformats.org/officeDocument/2006/relationships/notesSlide" Target="/ppt/notesSlides/notesSlide8.xml" Id="R4c6ebdc1d15c4d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63563f6d74b73" /><Relationship Type="http://schemas.openxmlformats.org/officeDocument/2006/relationships/notesSlide" Target="/ppt/notesSlides/notesSlide9.xml" Id="R2b9c075705ec4b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77c530ed4006" /><Relationship Type="http://schemas.openxmlformats.org/officeDocument/2006/relationships/notesSlide" Target="/ppt/notesSlides/notesSlide10.xml" Id="R0b946eff896441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6f607cea443f" /><Relationship Type="http://schemas.openxmlformats.org/officeDocument/2006/relationships/notesSlide" Target="/ppt/notesSlides/notesSlide11.xml" Id="Rc2619f23fafa4b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2f29a19774135" /><Relationship Type="http://schemas.openxmlformats.org/officeDocument/2006/relationships/notesSlide" Target="/ppt/notesSlides/notesSlide12.xml" Id="R2a0c2c6596cd4f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5c4771c974af2" /><Relationship Type="http://schemas.openxmlformats.org/officeDocument/2006/relationships/notesSlide" Target="/ppt/notesSlides/notesSlide13.xml" Id="R7e783314010348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0ef3468f4756" /><Relationship Type="http://schemas.openxmlformats.org/officeDocument/2006/relationships/notesSlide" Target="/ppt/notesSlides/notesSlide14.xml" Id="R6895cbf106fe46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0.4806</c:v>
                </c:pt>
                <c:pt idx="1">
                  <c:v>0.8111</c:v>
                </c:pt>
                <c:pt idx="2">
                  <c:v>0.8643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A2</c:v>
                </c:pt>
                <c:pt idx="1">
                  <c:v>B_ledger</c:v>
                </c:pt>
                <c:pt idx="2">
                  <c:v>A0</c:v>
                </c:pt>
              </c:strCache>
            </c:strRef>
          </c:cat>
          <c:val>
            <c:numRef>
              <c:f>'Chart Data'!$B$2:$B$4</c:f>
              <c:numCache>
                <c:formatCode>0.00000</c:formatCode>
                <c:ptCount val="3"/>
                <c:pt idx="0">
                  <c:v>0.19871</c:v>
                </c:pt>
                <c:pt idx="1">
                  <c:v>0.21212</c:v>
                </c:pt>
                <c:pt idx="2">
                  <c:v>0.04047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 wrap="none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0B147-DE73-498B-8DB8-DEEE09D2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0F782-8999-42EC-AD26-5415E564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92E15-4C89-4076-BCFC-3EF553F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B7EAD-A6D0-446D-A909-247DBEEE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Назарбаев Интеллектуальная школа естественно-математического</a:t>
            </a:r>
          </a:p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направления района Нура города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8DD97-2A86-429C-9A61-CB38F177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Руководитель: Омаров Абылайхан Бауржанович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D5A29-420B-4105-A29D-75E4579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7070F-4759-4E4C-9501-93230F43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B9C34-EA71-4B0A-940E-A38A8D42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97FF2-2B4C-45D5-B887-47E2CFA5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43500"/>
            <a:ext cx="3228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2897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584CE-EDEB-4900-BB1F-2DE7D20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7262F-1CF8-44A6-A2D4-F2FA1C6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7C227-D78A-4848-9440-408F02A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C83DC-2D4F-41D7-8254-5535EFF5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8634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A3F6F-919C-4DDF-8C7C-AAAA0F6A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44CBC-56B8-4CC2-888D-F9FD5A6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67BEC-0725-4FF9-891E-03FCD638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рукопись, § 1–2; PM-Bench (2026); PIS (2026)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1D071-FA0C-4E55-A6FC-5D7FBF3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C137A-318E-4C8F-B16E-F8A54BAE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18A5-A9B9-4CCE-AC7F-E1D48F55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7FA9-4982-4BE9-A644-E8A70178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10C01-1687-4954-9825-4AD3248C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498CE-4C8A-4646-910F-1933E49F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5BE92-773C-4BCE-B246-A0149DDE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Структурированное хранение 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Сама идея хранения 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607751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D1F2F-5D4C-406B-91D3-7992B26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9166A-04D5-4A94-AB9B-3BEF10C7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3790-2FD1-4EBF-A38D-E73AAAE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5166D-B67A-496C-A1FC-FDE6C90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8B834-5CEB-456F-ABF3-FEA4F9BB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55DDF-E521-4A21-B045-341CEAF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38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A0 = A1: 1,00</a:t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35787-52D8-41B6-B4E6-12BE92DC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E8757-9BFB-4B91-8C77-B3F0984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402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CA6C8-518E-4A12-92DE-0A6260B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8BAA5-F0B9-420B-A25C-B2AF8CF6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E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5E7C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6847B-EAC2-4430-8232-050F853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89940-E954-4DA3-8455-D4FC009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5C1EA-B506-4DD5-BB68-53E29DA3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BB9FD-D503-4B60-892C-7D8A93BF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8C397-B869-420C-A76E-D414F2B1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705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BADC7-F8A0-416E-ABF1-1934CB79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2BBC7-B468-4CC4-9A78-C556722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ограниченный контроллер</a:t>
            </a:r>
          </a:p>
        </p:txBody>
      </p:sp>
    </p:spTree>
    <p:extLst>
      <p:ext uri="{BB962C8B-B14F-4D97-AF65-F5344CB8AC3E}">
        <p14:creationId xmlns:p14="http://schemas.microsoft.com/office/powerpoint/2010/main" val="1845504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CEF7B-1C1F-46C1-96CE-8D2CDC83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E6FED-19C2-4AC2-831F-E30B23A4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EBCB7-9412-4D8F-8CB2-98EC687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E5709-751D-4A1A-B263-7893A9A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03565-48B2-4F5C-8F26-393E81A6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93433-7C88-4A6F-A401-32800F5F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6AA68-DFFE-4BFD-825A-EDDA4F31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52C11-8A3E-47BE-993F-28EE17A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027F6-C099-4469-B3CF-41B69EE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0A9E1-5627-4D9B-A0FE-030D268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9EB12-9C2D-4619-A6B8-EBDDC970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BBD57-4099-462A-891C-7B645C8D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35490-954C-4C1F-8531-D34493F2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DeepSeek V3.1 через OpenRouter / Novita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98FFD-A971-4674-824E-C64D48D3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36 запусков методов, 288 контрольных точек, 602 вызова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E5453-8D85-4790-BC32-B9F58F41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учитывает правильные действия, пропуски и лишние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8FE4B-1A2F-4088-A5C1-457CA73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Сценарии разработки; 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1268701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95BA5-A9C2-43C2-917E-CDBA401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50945-A934-4477-91CF-83F770F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3AB60-2FF5-465A-A19C-93EE059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F1C04-9DF5-40EA-B3BC-4036B206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561B9-35B5-4DC8-A166-032684D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8892f202934ce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8CC1-B20B-49CC-84A4-8DA157C0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A2 − B_ledger ≈ −0,3306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72B1D-7358-4A72-AA74-F00F0794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A2 − A0 ≈ −0,3837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599C2-BEF7-4951-8A51-1CBD877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44C3A-CE12-4024-93DD-BBE797D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7875"/>
            <a:ext cx="506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</p:spTree>
    <p:extLst>
      <p:ext uri="{BB962C8B-B14F-4D97-AF65-F5344CB8AC3E}">
        <p14:creationId xmlns:p14="http://schemas.microsoft.com/office/powerpoint/2010/main" val="2061865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EDC9C-AE6A-4B2B-B7DD-6268B04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D996-0C05-46D6-BD8B-F931FC0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D6463-B220-4920-8F4E-D26392A4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9B470-1E21-4A28-9992-4D62DA0B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304E4-1DC9-4332-AD1D-158F317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c8f870cfa9486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B1797-1397-40A2-91FB-A18C2197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/ A0 ≈ 4,91 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63659-C569-44AB-908E-ACCC9DA5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766247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0D8E-A7C7-47AA-86E1-E95CBDFC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A5D2D-496A-4749-A7FE-09D8CB1D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73A70-BFEF-4FE8-B873-1BABA07D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2ABEF-226C-4332-98CA-D88BE42E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C10E9-88B3-4052-B300-03BD9752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E9CE4-A721-4CF8-A773-262D4DBE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0861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треугольник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8B13-DA64-43CE-881C-D64E51D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Точка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7E14D-B6B4-44E3-A31F-124CB1A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3905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EE884-2463-448A-8C4D-E32C463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561E0-970C-43DD-815B-FBE64B24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Локальная ошибка обновления и действия. 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062315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B61C2-CC0B-4E64-83E5-41DF4C4A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E375-CB46-4B4B-94CA-BCD5E75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C0224-499E-419C-AF52-4A0569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2E164-2D20-49F6-AA9B-EC56997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9DC50-15F1-4AFA-BED3-DA6F171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12843-D926-4069-8243-BBBB963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948BC-9FF3-4FB9-AE88-65EC32D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2CD1C-45AB-4A4E-AE21-837CCFF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29185-C9EA-4EA3-8AA6-3CAFE90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C9155-2A38-47F9-BA6A-945F751D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286B1-19A9-4503-A8A2-69C54A2F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383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290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037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917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2BFE4-B803-46DA-99F6-85156EA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D5233-2282-4FD5-BD1B-A4489F8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77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A881E-44B1-4280-87BE-99C7C5EC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FA794-A307-4542-9922-D2D45EA8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71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86627-6BB2-401A-9ED8-728836B5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639306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AC51F-0461-49B2-AE3A-5E49B88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ACDE-DC43-4CA2-A3F0-1CF46ED1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F0CEC-FEFC-479B-A9FA-EAA83D6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итоговый отчёт, Methods and discussion; рукопись, § 5.5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4A4CA-C798-4AD3-821E-9941E131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5E80D-17F6-435D-A0B3-8DF0F4F2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C24D0-23F2-4FB7-B3E6-80DD021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673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8C382-951B-45B0-B02F-C20DFADA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24025"/>
            <a:ext cx="5086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B1D6C-F550-4221-8661-0D85C42E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0863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C191F-82D9-438A-AF56-6A8546BD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6EFD9-429F-4695-A8E8-E00A549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36183-153E-4E62-80B7-66E70DF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Вклад автора: вопрос и методика сравнения.</a:t>
            </a:r>
          </a:p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Код и текст подготовлены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1065123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B14EA-5F6F-41BC-8276-C7559D30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FC92-0580-4CB4-A5BE-68D5B289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975C4-4C75-46B4-828F-1A11D96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BDB0A-BE4D-47F7-AE7F-0F2E781A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80B68-1BC7-433E-9B35-3A4BDEF9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08184-32C5-41F1-A4E4-1C588ABF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1B951-5178-4EFF-8ECE-8FF9D21C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3B373-E8D1-455E-AD02-AA03C0A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E5771-C778-47F8-AECD-C4B0DBC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414876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E4AFD-363E-47AC-A397-7000E0CD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2860-91D0-402A-93BF-7025EEE2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69746-3844-484D-8BA2-750AF94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42A87-EC4D-4DB5-8350-1B4FFBB2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91E77-2922-40BB-AFFA-D8ABA72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524000"/>
                <a:gridCol w="1381125"/>
                <a:gridCol w="714375"/>
                <a:gridCol w="714375"/>
                <a:gridCol w="714375"/>
                <a:gridCol w="1476375"/>
                <a:gridCol w="2781300"/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C9FB6-EBC5-4276-85A1-F37DAAA0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5EC19-8707-457C-AE5C-F60208EF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81293-2922-41B6-AF79-9A36561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1448093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1D0EA-439A-4102-90F9-D567E61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1236E-DF20-484E-9B7F-846B5F0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F0790-5712-4F16-9A6D-7227CF9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A31A7-4BAA-454B-A0EB-34503A9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B8D62-62E0-4455-8EBC-994E555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6B313-1271-489D-ACB2-23DFDA68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D46C-E67C-495B-9B5E-08D85BC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E7CA6-9585-4675-9826-178F74F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DDCC6-750F-4114-8211-04A4318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1AA3F-7C7F-4E60-8B62-1C234149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9082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98B22-1246-4AD9-968C-509F9BEF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77DCE-276D-4715-BA47-23F7C798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91AB8-35BA-4505-B23C-B85F8D41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697C2-2FDC-48B8-9EE4-956544A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215B8-2B27-4B01-9B20-6FF41A3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D17F0-88BF-4E76-A11B-DD41032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4E9A0-17CB-4405-8E87-62CB4B7C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4599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AB4D3-8720-4205-94E8-84053CF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5066B-A445-4A3D-B47A-DC48D68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C24D0-6B05-4C49-B97B-C2FA2AA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75FAC-EC77-4CA8-97BC-B6C681A0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COMPARISON_RESULTS; semantic_review.json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009C8-F2A7-4647-8913-23D047D5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590675"/>
                <a:gridCol w="1600200"/>
                <a:gridCol w="159067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EB37D-97E2-42D4-BD90-27E0EBA7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ACEEF-D972-4C72-B3AD-FE9E603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Неясность учёта: 27 поручений, но завершённые</a:t>
            </a:r>
          </a:p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и незавершённые в сводке дают 24 на метод.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E9E49-7798-4187-A0B1-0267DF7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Причина расхождения не установлена. Первичная ошибка и её последствия различаются.</a:t>
            </a:r>
          </a:p>
        </p:txBody>
      </p:sp>
    </p:spTree>
    <p:extLst>
      <p:ext uri="{BB962C8B-B14F-4D97-AF65-F5344CB8AC3E}">
        <p14:creationId xmlns:p14="http://schemas.microsoft.com/office/powerpoint/2010/main" val="635952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3D14D-A381-404C-B76E-A8277E90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1CA05-C9CB-4FBB-9835-0F5F3E35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EA8C4-08AA-4919-B153-F426B44C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41595-F525-44B8-BA09-1B108BF7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D59D9-62B9-46AA-A5DF-07D7FD7B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F128A-BB93-4EAE-AF33-31A8D2AC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BFA9-7A4F-41D2-9D1D-E05270B5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934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3D93A-F03D-42E8-942C-412F59C6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76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2DA91-131A-42C3-86AC-07C847C9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972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FE307-5589-4B94-A8F1-F33E96BE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95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42F3E-AF6D-4057-8352-EDED9E6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42957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23526-1A7D-441F-8925-8A3DBDD0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05275"/>
            <a:ext cx="42957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F20BF-0734-4181-95B7-83AA209E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Код сам по себе не доказывает</a:t>
            </a:r>
          </a:p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самостоятельность и корректность.</a:t>
            </a:r>
          </a:p>
        </p:txBody>
      </p:sp>
    </p:spTree>
    <p:extLst>
      <p:ext uri="{BB962C8B-B14F-4D97-AF65-F5344CB8AC3E}">
        <p14:creationId xmlns:p14="http://schemas.microsoft.com/office/powerpoint/2010/main" val="436263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Беймжан Багдат</dc:creator>
  <lastModifiedBy>Codex — подготовка презентации с ИИ-помощью</lastModifiedBy>
  <dc:title>Kiodai: структурированная перспективная память языковых ИИ-агентов и методика её оценки</dc:title>
  <dcterms:created xsi:type="dcterms:W3CDTF">2026-09-12T07:15:12.6460000Z</dcterms:created>
  <dcterms:modified xsi:type="dcterms:W3CDTF">2026-09-12T07:15:12.6460000Z</dcterms:modified>
</coreProperties>
</file>