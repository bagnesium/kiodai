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0920661964113" /><Relationship Type="http://schemas.openxmlformats.org/officeDocument/2006/relationships/extended-properties" Target="/docProps/app.xml" Id="R1ccc730023d34fb7" /><Relationship Type="http://schemas.openxmlformats.org/officeDocument/2006/relationships/officeDocument" Target="/ppt/presentation.xml" Id="R277dd836fd91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51ba6f0c4646"/>
  </p:sldMasterIdLst>
  <p:notesMasterIdLst>
    <p:notesMasterId xmlns:r="http://schemas.openxmlformats.org/officeDocument/2006/relationships" r:id="Re04562f3c65a499f"/>
  </p:notesMasterIdLst>
  <p:sldIdLst>
    <p:sldId xmlns:r="http://schemas.openxmlformats.org/officeDocument/2006/relationships" id="256" r:id="R4f1efbab04494461"/>
    <p:sldId xmlns:r="http://schemas.openxmlformats.org/officeDocument/2006/relationships" id="257" r:id="Re20f1d4c355c4340"/>
    <p:sldId xmlns:r="http://schemas.openxmlformats.org/officeDocument/2006/relationships" id="258" r:id="R6d6ed83049524e86"/>
    <p:sldId xmlns:r="http://schemas.openxmlformats.org/officeDocument/2006/relationships" id="259" r:id="R4c7bbace3a774f59"/>
    <p:sldId xmlns:r="http://schemas.openxmlformats.org/officeDocument/2006/relationships" id="260" r:id="R4f024d893bae4094"/>
    <p:sldId xmlns:r="http://schemas.openxmlformats.org/officeDocument/2006/relationships" id="261" r:id="Rc9247ecd45a94439"/>
    <p:sldId xmlns:r="http://schemas.openxmlformats.org/officeDocument/2006/relationships" id="262" r:id="R9225007ae022498f"/>
    <p:sldId xmlns:r="http://schemas.openxmlformats.org/officeDocument/2006/relationships" id="263" r:id="R9f94623a7bda4ced"/>
    <p:sldId xmlns:r="http://schemas.openxmlformats.org/officeDocument/2006/relationships" id="264" r:id="R54256c339c054d0d"/>
    <p:sldId xmlns:r="http://schemas.openxmlformats.org/officeDocument/2006/relationships" id="265" r:id="Rc04c417b80da4ff0"/>
    <p:sldId xmlns:r="http://schemas.openxmlformats.org/officeDocument/2006/relationships" id="266" r:id="R5afbc9f0c3a7430a"/>
    <p:sldId xmlns:r="http://schemas.openxmlformats.org/officeDocument/2006/relationships" id="267" r:id="Rbb9ced2c9fc64d5e"/>
    <p:sldId xmlns:r="http://schemas.openxmlformats.org/officeDocument/2006/relationships" id="268" r:id="Rd631886ad9a84590"/>
    <p:sldId xmlns:r="http://schemas.openxmlformats.org/officeDocument/2006/relationships" id="269" r:id="R09ae136e4d93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67b27b9f94d44" /><Relationship Type="http://schemas.openxmlformats.org/officeDocument/2006/relationships/slideMaster" Target="/ppt/slideMasters/slideMaster1.xml" Id="R9f1351ba6f0c4646" /><Relationship Type="http://schemas.openxmlformats.org/officeDocument/2006/relationships/notesMaster" Target="/ppt/notesMasters/notesMaster1.xml" Id="Re04562f3c65a499f" /><Relationship Type="http://schemas.openxmlformats.org/officeDocument/2006/relationships/presProps" Target="/ppt/presProps.xml" Id="Rdc80d4b8895b4e49" /><Relationship Type="http://schemas.openxmlformats.org/officeDocument/2006/relationships/tableStyles" Target="/ppt/tableStyles.xml" Id="R28bbb6fe8edf4daa" /><Relationship Type="http://schemas.openxmlformats.org/officeDocument/2006/relationships/slide" Target="/ppt/slides/slide1.xml" Id="R4f1efbab04494461" /><Relationship Type="http://schemas.openxmlformats.org/officeDocument/2006/relationships/slide" Target="/ppt/slides/slide2.xml" Id="Re20f1d4c355c4340" /><Relationship Type="http://schemas.openxmlformats.org/officeDocument/2006/relationships/slide" Target="/ppt/slides/slide3.xml" Id="R6d6ed83049524e86" /><Relationship Type="http://schemas.openxmlformats.org/officeDocument/2006/relationships/slide" Target="/ppt/slides/slide4.xml" Id="R4c7bbace3a774f59" /><Relationship Type="http://schemas.openxmlformats.org/officeDocument/2006/relationships/slide" Target="/ppt/slides/slide5.xml" Id="R4f024d893bae4094" /><Relationship Type="http://schemas.openxmlformats.org/officeDocument/2006/relationships/slide" Target="/ppt/slides/slide6.xml" Id="Rc9247ecd45a94439" /><Relationship Type="http://schemas.openxmlformats.org/officeDocument/2006/relationships/slide" Target="/ppt/slides/slide7.xml" Id="R9225007ae022498f" /><Relationship Type="http://schemas.openxmlformats.org/officeDocument/2006/relationships/slide" Target="/ppt/slides/slide8.xml" Id="R9f94623a7bda4ced" /><Relationship Type="http://schemas.openxmlformats.org/officeDocument/2006/relationships/slide" Target="/ppt/slides/slide9.xml" Id="R54256c339c054d0d" /><Relationship Type="http://schemas.openxmlformats.org/officeDocument/2006/relationships/slide" Target="/ppt/slides/slide10.xml" Id="Rc04c417b80da4ff0" /><Relationship Type="http://schemas.openxmlformats.org/officeDocument/2006/relationships/slide" Target="/ppt/slides/slide11.xml" Id="R5afbc9f0c3a7430a" /><Relationship Type="http://schemas.openxmlformats.org/officeDocument/2006/relationships/slide" Target="/ppt/slides/slide12.xml" Id="Rbb9ced2c9fc64d5e" /><Relationship Type="http://schemas.openxmlformats.org/officeDocument/2006/relationships/slide" Target="/ppt/slides/slide13.xml" Id="Rd631886ad9a84590" /><Relationship Type="http://schemas.openxmlformats.org/officeDocument/2006/relationships/slide" Target="/ppt/slides/slide14.xml" Id="R09ae136e4d93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6f5f6168c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51b79cb874a3b" /><Relationship Type="http://schemas.openxmlformats.org/officeDocument/2006/relationships/notesMaster" Target="/ppt/notesMasters/notesMaster1.xml" Id="R7e8a12e5c3e4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4969c59cb48cb" /><Relationship Type="http://schemas.openxmlformats.org/officeDocument/2006/relationships/notesMaster" Target="/ppt/notesMasters/notesMaster1.xml" Id="Rf5a34701cdbd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986e0ca9b4397" /><Relationship Type="http://schemas.openxmlformats.org/officeDocument/2006/relationships/notesMaster" Target="/ppt/notesMasters/notesMaster1.xml" Id="R426860fac020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e504fb5fc4acd" /><Relationship Type="http://schemas.openxmlformats.org/officeDocument/2006/relationships/notesMaster" Target="/ppt/notesMasters/notesMaster1.xml" Id="R74322324f65e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85befdbff4f64" /><Relationship Type="http://schemas.openxmlformats.org/officeDocument/2006/relationships/notesMaster" Target="/ppt/notesMasters/notesMaster1.xml" Id="Rd003d0b10e17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eed014d574255" /><Relationship Type="http://schemas.openxmlformats.org/officeDocument/2006/relationships/notesMaster" Target="/ppt/notesMasters/notesMaster1.xml" Id="Rc3a96447c13b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1e68855c0400d" /><Relationship Type="http://schemas.openxmlformats.org/officeDocument/2006/relationships/notesMaster" Target="/ppt/notesMasters/notesMaster1.xml" Id="R4dc4ece9d103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8c812368d4e09" /><Relationship Type="http://schemas.openxmlformats.org/officeDocument/2006/relationships/notesMaster" Target="/ppt/notesMasters/notesMaster1.xml" Id="Rf2c645f7025b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0c1f43ae44435" /><Relationship Type="http://schemas.openxmlformats.org/officeDocument/2006/relationships/notesMaster" Target="/ppt/notesMasters/notesMaster1.xml" Id="Rac21e0329605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d990afda7b46dc" /><Relationship Type="http://schemas.openxmlformats.org/officeDocument/2006/relationships/notesMaster" Target="/ppt/notesMasters/notesMaster1.xml" Id="Rd2e16e2c6de84f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f1d2c3d204a60" /><Relationship Type="http://schemas.openxmlformats.org/officeDocument/2006/relationships/notesMaster" Target="/ppt/notesMasters/notesMaster1.xml" Id="Ra815e2341060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8ad45555947e8" /><Relationship Type="http://schemas.openxmlformats.org/officeDocument/2006/relationships/notesMaster" Target="/ppt/notesMasters/notesMaster1.xml" Id="R995b8fcb2d47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dd8680f47475b" /><Relationship Type="http://schemas.openxmlformats.org/officeDocument/2006/relationships/notesMaster" Target="/ppt/notesMasters/notesMaster1.xml" Id="R976cdab24b6b4c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bbcda4fa484838" /><Relationship Type="http://schemas.openxmlformats.org/officeDocument/2006/relationships/notesMaster" Target="/ppt/notesMasters/notesMaster1.xml" Id="R0245c4dc0756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Различается управление запросами: у B_ledger решение принимает модель, у A2 — ограниченный программный контроллер.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В рукописи мой вклад обозначен как постановка вопроса и разработка методики сравнения. Код и текст готовились с ИИ-помощью. Самостоятельность нужно подтверждать историей работы и защитой.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Не утверждать, что весь код написан самостоятельно или что семантический анализ независимо подтверждён. Авторский вклад сформулирован не шире найденной рукописи.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07127cb0e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2311391db4c56" /><Relationship Type="http://schemas.openxmlformats.org/officeDocument/2006/relationships/slideLayout" Target="/ppt/slideLayouts/slideLayout1.xml" Id="R614feb806d0e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feb806d0e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1ddc17b647a7" /><Relationship Type="http://schemas.openxmlformats.org/officeDocument/2006/relationships/notesSlide" Target="/ppt/notesSlides/notesSlide1.xml" Id="R6adc04a23a61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de15263146ca" /><Relationship Type="http://schemas.openxmlformats.org/officeDocument/2006/relationships/notesSlide" Target="/ppt/notesSlides/notesSlide2.xml" Id="Rc27f294f1b7e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c4d72739446b" /><Relationship Type="http://schemas.openxmlformats.org/officeDocument/2006/relationships/notesSlide" Target="/ppt/notesSlides/notesSlide3.xml" Id="R870f118768fc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72a5bfc241c7" /><Relationship Type="http://schemas.openxmlformats.org/officeDocument/2006/relationships/notesSlide" Target="/ppt/notesSlides/notesSlide4.xml" Id="Rcfb35743c7b3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0a89534140e9" /><Relationship Type="http://schemas.openxmlformats.org/officeDocument/2006/relationships/chart" Target="/ppt/slides/charts/chart1.xml" Id="R7f0f3c128f1d4357" /><Relationship Type="http://schemas.openxmlformats.org/officeDocument/2006/relationships/notesSlide" Target="/ppt/notesSlides/notesSlide5.xml" Id="R86eca2b90df0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f285461ec4f58" /><Relationship Type="http://schemas.openxmlformats.org/officeDocument/2006/relationships/chart" Target="/ppt/slides/charts/chart2.xml" Id="Rb038e3a7bcd6459d" /><Relationship Type="http://schemas.openxmlformats.org/officeDocument/2006/relationships/notesSlide" Target="/ppt/notesSlides/notesSlide6.xml" Id="R2ea08ffb6710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75078c194786" /><Relationship Type="http://schemas.openxmlformats.org/officeDocument/2006/relationships/notesSlide" Target="/ppt/notesSlides/notesSlide7.xml" Id="R6ed24c578033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b0ecc9a64bd9" /><Relationship Type="http://schemas.openxmlformats.org/officeDocument/2006/relationships/notesSlide" Target="/ppt/notesSlides/notesSlide8.xml" Id="R26d8b066553747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f7d64e794fd4" /><Relationship Type="http://schemas.openxmlformats.org/officeDocument/2006/relationships/notesSlide" Target="/ppt/notesSlides/notesSlide9.xml" Id="Re5038edac923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58134587483b" /><Relationship Type="http://schemas.openxmlformats.org/officeDocument/2006/relationships/notesSlide" Target="/ppt/notesSlides/notesSlide10.xml" Id="Rc01bd5ac7ad5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12900d2ff4a29" /><Relationship Type="http://schemas.openxmlformats.org/officeDocument/2006/relationships/notesSlide" Target="/ppt/notesSlides/notesSlide11.xml" Id="Rfcb4926d1ee9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aa7d9b524c95" /><Relationship Type="http://schemas.openxmlformats.org/officeDocument/2006/relationships/notesSlide" Target="/ppt/notesSlides/notesSlide12.xml" Id="R39ab8504ed27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5be5bec314745" /><Relationship Type="http://schemas.openxmlformats.org/officeDocument/2006/relationships/notesSlide" Target="/ppt/notesSlides/notesSlide13.xml" Id="R60f080229b75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6a13852648e7" /><Relationship Type="http://schemas.openxmlformats.org/officeDocument/2006/relationships/notesSlide" Target="/ppt/notesSlides/notesSlide14.xml" Id="R0b5e05aef29348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0.0000</c:formatCode>
              <c:ptCount val="3"/>
              <c:pt idx="0">
                <c:v>0.4806</c:v>
              </c:pt>
              <c:pt idx="1">
                <c:v>0.8111</c:v>
              </c:pt>
              <c:pt idx="2">
                <c:v>0.8643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$0.00000</c:formatCode>
              <c:ptCount val="3"/>
              <c:pt idx="0">
                <c:v>0.19871</c:v>
              </c:pt>
              <c:pt idx="1">
                <c:v>0.21212</c:v>
              </c:pt>
              <c:pt idx="2">
                <c:v>0.04047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657C0-83A2-4AD9-BA96-B7556B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DD44-85A3-4276-BF23-1BD8DD9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7722-8592-4170-964B-DA6C7A7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BBF7-438C-46CD-B5AF-33241A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F410-BF37-447A-98DB-715450D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BB2-27F7-4D24-95A9-182301B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2454-BA1D-4B8F-83E1-71F71BA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1509-9BDE-43A6-BDEC-3C96C57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31F77-59F3-4221-9A82-7D6A5E5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36778-06A9-4ADE-93BD-AF225EE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F9FA8-2E1A-4C7F-AAC8-1CA5A7A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627C4-CF9D-42BF-9547-49C4287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B1411-B5C5-4E8B-8EE8-C510F41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627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0FC7-826E-45EB-9561-710564B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C385-006A-4194-B560-32ED3F5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8ABF-A9A8-4F59-8BDC-94E5478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5E2D-6FD9-4DB7-8036-073799A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1183-35BA-4389-B909-47D51F0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7278-2EA3-4D8A-85F2-3F03F3C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4B79-C5D8-45B2-8DD1-CA8339D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55AE-3FED-4266-BB92-A6374A9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783F-DAE8-4565-B87A-57A9056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A626-3C66-4163-8A26-DE06D83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1517095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66C66-F9E9-446E-9044-247D479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D26BD-8E27-4733-8378-91FF269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1003-81FA-43D0-AD4E-9BB0C52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84DFE-AF52-469C-ABC8-816E45D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D697-5B27-4EE4-9FEF-88E2EB8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C132-5529-4E96-8534-33038A8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3AA7-D72B-4612-B02E-352541C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DD70-29C0-49DE-A6D7-DF2D2B5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F399-B4F1-449A-9EAC-C3459896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C0F5-A9FF-4A70-A196-8D60CAF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9FB0-B875-4243-91DF-041CFC9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6CE66-386F-4D6E-8673-0CDF709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9CC6-7331-4298-8D66-9FBCEC4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0897-DE6C-442C-9439-532D77C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CAE3-F1B0-4AF0-8744-5F41238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C5B5-C2B7-40CD-8AFE-93B2207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8A907-8D35-4428-8354-79A5E79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ограниченный контроллер</a:t>
            </a:r>
          </a:p>
        </p:txBody>
      </p:sp>
    </p:spTree>
    <p:extLst>
      <p:ext uri="{BB962C8B-B14F-4D97-AF65-F5344CB8AC3E}">
        <p14:creationId xmlns:p14="http://schemas.microsoft.com/office/powerpoint/2010/main" val="205834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0456B-D3A0-40EC-9917-750DF90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8947-E2E9-43A1-89E4-F5880AB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6A4A1-5E3C-4DA5-80E7-962AF5B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F0BA-6B8A-4BBD-8C72-29ABBF44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F62C-8CAB-46FD-8D3B-ABBAA5E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F11-80FB-4F92-82F9-10409D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FE81F-8C9C-4867-A639-F06467C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27E5-9244-45D7-A4B8-33F2C33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E1D19-BE2A-4DFF-9AE0-1D8259B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4B5F-8940-45B3-9699-011FAF2C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FCF0-7481-4BF0-B1F8-A88EFF7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A1B0-955F-49D1-8F58-AECF910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BD987-1B4A-4B08-B778-C827AD6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6854-26C1-41D5-89F7-4D782F9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CF8F3-179D-4A3F-84DA-311469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AD3C-B73F-43BA-943A-9BD0938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49332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EAC7-F671-4E54-8516-E415A70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D2CCC-3994-4577-82E7-B83F73B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8AC4-DDA4-4770-A326-209246D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34D2-9BF5-496E-B2BF-8F097C9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FC24-48DB-432A-811B-1D4D02B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0f3c128f1d43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8601-B051-4095-B0BF-2903F2D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EDF4-7DD3-4D94-9CB5-B15D34A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93BD-A785-400D-81B2-2D262D5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492FD-BFB1-4585-A31D-D09949F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312628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87E2-209D-4DAC-A348-894D3B0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B36B-82D8-40C9-9C69-F17149E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91F4-00EB-4DCD-9052-72E6E53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183C-2232-44A0-A291-4267FAB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4C45-E42C-4334-9095-1CA27B6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38e3a7bcd6459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F434F-6C4B-4A41-A978-91CC0F4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E8DE-F859-4641-9E51-E123D60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05431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061FB-94D5-48A6-9FCE-C4CA6BC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3121-5990-4979-9966-665BA22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8D20-745D-4934-B198-E82B6F9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91FFA-5A52-4DA8-B1B1-E0A7492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B8547-3075-408D-94E3-C144522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6D54-9EB4-4178-9863-DD33CE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3060-C478-4C24-9DE4-199F559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11FC-C75C-4F49-9337-5CDDCF7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E8D15-AE82-4F4A-A5E9-8FA4DFC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57407-513E-4A58-9D7A-C30ECF0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35621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D628C-8DA3-4CB5-93E2-28E81C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592C-CBC9-453A-8EFF-8CC77F2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2C31-B5DB-453E-A62D-D336ABC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A27B-E69D-4050-8154-D02F836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FC63-5EBC-4C7C-A57C-12F1132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A394-BA92-4517-8B5A-746BFC1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7030-2511-4045-B352-B0B7DD7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FA5AC-20F7-4B94-A2F3-5544D6A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B27D-1054-467D-9F66-98975F3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A56D3-04C2-480C-AC47-A8C5865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E70A-9084-46A4-8898-F78267C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E578-9D95-4273-8F18-8033C09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A645C-8349-410C-ABC9-AD34E6D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AE0C3-B4BA-4A1B-8C49-C0BB903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AB30-F1FB-4533-B7BB-4FE1D31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6F9A-E5AD-4EB7-B0A2-42B5651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501001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0242-06FD-4731-998E-2175FBE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F90C-9E03-4DBF-9021-A9A8554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1D14-5369-41CC-ACF1-53450D3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1740-81FD-4963-89AC-4ABC87C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B2018-5188-42E2-A397-405E623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70E5-525C-443C-B7A0-EB65CBD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57255-DC47-477D-B267-F514B22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4BC4D-4382-4F0C-80D0-725E66F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C754-B60C-4F3B-87CB-F0680F7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00C64-92A8-4312-92A3-D9FFE87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1EE31-35D8-4D8D-9266-BC2DCB7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вопрос и методика сравнения.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Код и текст подготовлены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2117164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08B04-A82B-401D-8A10-22DAE6D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6D1C-5F5B-4615-ACB4-DD7D0F9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CE1F-48A7-4837-94F5-947BEA3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B4C1-04AF-4405-97C1-59B8DCA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CE9F7-6777-458B-BAA9-6FCB3FD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AF2B-4071-44CC-B840-316DB34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72EF3-8BB2-401C-A1BC-34E19A3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CF03-A54D-4359-9E74-CDE07C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6AAB-3EA3-4E83-AB38-7479E37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230718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08571-4C67-4C44-AB9B-A20B56E6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B985-8561-4D67-91A4-7753625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E639-8CFC-41AA-BC0E-1A2121D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2246D-5C77-4457-B647-2BCAB84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1FA1-330C-45A8-B779-A63051A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9F65-C8E0-4732-96D7-3BB31BD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DEA3-E0F0-4C4B-BAA0-2CC67D4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3E64-A7BE-4D43-88E3-24C8AF9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868950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B70F2-98EA-4559-BC37-3E137BA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5018-2B66-4BBB-9446-1BC043A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FAAD-AFEF-47BF-A368-D0852A1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5217D-E99F-414D-863F-F401935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CA49-3E6C-41A7-BFB9-156E8C3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1B03-0AAB-4E82-9B04-118EB4A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02B8-3253-4E3C-AFA2-295E4C6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A062D-C3DC-4968-B9A9-6DF6932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E6FF-7E16-42DB-AD6A-CEBD68E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8213-3C65-4854-8087-080A07C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2C421-6F7B-4FB6-86FF-9D95D9B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AC18D-B8B2-4E81-B124-C86D432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5050-A5E1-482B-9A91-1AC9F05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B2F3-C904-44E3-BBB9-D5A85D5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E39C-FAF2-4AF2-BFF0-44D7335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723FD-F31A-41A8-AE72-805A63C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8D85C-06DB-4380-B46E-1F82B3C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81174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5470-33BC-449E-8650-B3E4332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DF35-665F-4D26-8CB3-53A04A2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B8F8-CD57-49B8-9686-F4B5A43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3C93-3C9F-4933-95F7-900949E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4B451-41E0-43D2-9C4E-401831D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B582-A4DC-4A95-B193-F0C112E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2E29-F524-4739-822A-3F54CCE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F3126-AED7-462D-BBAC-5D3DDA0F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1704647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A01F-9B31-4241-8FE2-F11C639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9B5FF-F0D9-4C02-B9F0-35FE187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3839E-CC32-4572-8891-26831AA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97B8-5563-461D-A3AC-039DC5B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E34B-7A2E-432B-A083-3BEEFB6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2A59-FFCF-4AF9-8D5C-C607B8D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7AD0-DC27-4932-8329-1CBAED3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6669-D157-4432-A4DD-3735B268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1F930-7C45-4725-9E0B-42BF88CB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955B-F3D0-413A-9CEC-9A42B32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188B-664A-45EB-A688-2BFE72D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3D63F-23D9-4C9F-B64C-1E590AD0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6E090-BD2B-4781-B282-B954988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Код сам по себе не доказывает</a:t>
            </a:r>
          </a:p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самостоятельность и корректность.</a:t>
            </a:r>
          </a:p>
        </p:txBody>
      </p:sp>
    </p:spTree>
    <p:extLst>
      <p:ext uri="{BB962C8B-B14F-4D97-AF65-F5344CB8AC3E}">
        <p14:creationId xmlns:p14="http://schemas.microsoft.com/office/powerpoint/2010/main" val="594076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2026-09-12T07:21:06.0510000Z</dcterms:created>
  <dcterms:modified xsi:type="dcterms:W3CDTF">2026-09-12T07:21:06.0510000Z</dcterms:modified>
</coreProperties>
</file>