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2f088efdf040ef" /><Relationship Type="http://schemas.openxmlformats.org/officeDocument/2006/relationships/extended-properties" Target="/docProps/app.xml" Id="Rbf0116bf000a42d7" /><Relationship Type="http://schemas.openxmlformats.org/officeDocument/2006/relationships/officeDocument" Target="/ppt/presentation.xml" Id="R65e8f466e887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0e1e793c2400c"/>
  </p:sldMasterIdLst>
  <p:notesMasterIdLst>
    <p:notesMasterId xmlns:r="http://schemas.openxmlformats.org/officeDocument/2006/relationships" r:id="Rd98be5b0e4714ac5"/>
  </p:notesMasterIdLst>
  <p:sldIdLst>
    <p:sldId xmlns:r="http://schemas.openxmlformats.org/officeDocument/2006/relationships" id="256" r:id="R88559e4497cf4975"/>
    <p:sldId xmlns:r="http://schemas.openxmlformats.org/officeDocument/2006/relationships" id="257" r:id="Rccd46b76c1d84343"/>
    <p:sldId xmlns:r="http://schemas.openxmlformats.org/officeDocument/2006/relationships" id="258" r:id="R8ef8246342594c6a"/>
    <p:sldId xmlns:r="http://schemas.openxmlformats.org/officeDocument/2006/relationships" id="259" r:id="R42bc452a4b874134"/>
    <p:sldId xmlns:r="http://schemas.openxmlformats.org/officeDocument/2006/relationships" id="260" r:id="Raccecec22ad344d4"/>
    <p:sldId xmlns:r="http://schemas.openxmlformats.org/officeDocument/2006/relationships" id="261" r:id="R9b198379f0ae41d1"/>
    <p:sldId xmlns:r="http://schemas.openxmlformats.org/officeDocument/2006/relationships" id="262" r:id="R3694adb62d1e4d8f"/>
    <p:sldId xmlns:r="http://schemas.openxmlformats.org/officeDocument/2006/relationships" id="263" r:id="R7d2b86b84b0f4022"/>
    <p:sldId xmlns:r="http://schemas.openxmlformats.org/officeDocument/2006/relationships" id="264" r:id="R39134413ae494a25"/>
    <p:sldId xmlns:r="http://schemas.openxmlformats.org/officeDocument/2006/relationships" id="265" r:id="R3480b88dd5f74181"/>
    <p:sldId xmlns:r="http://schemas.openxmlformats.org/officeDocument/2006/relationships" id="266" r:id="Re00a9ec5de1442f1"/>
    <p:sldId xmlns:r="http://schemas.openxmlformats.org/officeDocument/2006/relationships" id="267" r:id="Ra72af0c32c6042bf"/>
    <p:sldId xmlns:r="http://schemas.openxmlformats.org/officeDocument/2006/relationships" id="268" r:id="Rb00d8237afa04fca"/>
    <p:sldId xmlns:r="http://schemas.openxmlformats.org/officeDocument/2006/relationships" id="269" r:id="Re46b21beff0043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231936fdc48ae" /><Relationship Type="http://schemas.openxmlformats.org/officeDocument/2006/relationships/slideMaster" Target="/ppt/slideMasters/slideMaster1.xml" Id="Rf100e1e793c2400c" /><Relationship Type="http://schemas.openxmlformats.org/officeDocument/2006/relationships/notesMaster" Target="/ppt/notesMasters/notesMaster1.xml" Id="Rd98be5b0e4714ac5" /><Relationship Type="http://schemas.openxmlformats.org/officeDocument/2006/relationships/presProps" Target="/ppt/presProps.xml" Id="Rd5743fe499a34f74" /><Relationship Type="http://schemas.openxmlformats.org/officeDocument/2006/relationships/tableStyles" Target="/ppt/tableStyles.xml" Id="Rf947c40c787c4f52" /><Relationship Type="http://schemas.openxmlformats.org/officeDocument/2006/relationships/slide" Target="/ppt/slides/slide1.xml" Id="R88559e4497cf4975" /><Relationship Type="http://schemas.openxmlformats.org/officeDocument/2006/relationships/slide" Target="/ppt/slides/slide2.xml" Id="Rccd46b76c1d84343" /><Relationship Type="http://schemas.openxmlformats.org/officeDocument/2006/relationships/slide" Target="/ppt/slides/slide3.xml" Id="R8ef8246342594c6a" /><Relationship Type="http://schemas.openxmlformats.org/officeDocument/2006/relationships/slide" Target="/ppt/slides/slide4.xml" Id="R42bc452a4b874134" /><Relationship Type="http://schemas.openxmlformats.org/officeDocument/2006/relationships/slide" Target="/ppt/slides/slide5.xml" Id="Raccecec22ad344d4" /><Relationship Type="http://schemas.openxmlformats.org/officeDocument/2006/relationships/slide" Target="/ppt/slides/slide6.xml" Id="R9b198379f0ae41d1" /><Relationship Type="http://schemas.openxmlformats.org/officeDocument/2006/relationships/slide" Target="/ppt/slides/slide7.xml" Id="R3694adb62d1e4d8f" /><Relationship Type="http://schemas.openxmlformats.org/officeDocument/2006/relationships/slide" Target="/ppt/slides/slide8.xml" Id="R7d2b86b84b0f4022" /><Relationship Type="http://schemas.openxmlformats.org/officeDocument/2006/relationships/slide" Target="/ppt/slides/slide9.xml" Id="R39134413ae494a25" /><Relationship Type="http://schemas.openxmlformats.org/officeDocument/2006/relationships/slide" Target="/ppt/slides/slide10.xml" Id="R3480b88dd5f74181" /><Relationship Type="http://schemas.openxmlformats.org/officeDocument/2006/relationships/slide" Target="/ppt/slides/slide11.xml" Id="Re00a9ec5de1442f1" /><Relationship Type="http://schemas.openxmlformats.org/officeDocument/2006/relationships/slide" Target="/ppt/slides/slide12.xml" Id="Ra72af0c32c6042bf" /><Relationship Type="http://schemas.openxmlformats.org/officeDocument/2006/relationships/slide" Target="/ppt/slides/slide13.xml" Id="Rb00d8237afa04fca" /><Relationship Type="http://schemas.openxmlformats.org/officeDocument/2006/relationships/slide" Target="/ppt/slides/slide14.xml" Id="Re46b21beff0043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a14993f8c5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9a37a97914e76" /><Relationship Type="http://schemas.openxmlformats.org/officeDocument/2006/relationships/notesMaster" Target="/ppt/notesMasters/notesMaster1.xml" Id="Rf976d6ad4acb45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6e7d567a374ccf" /><Relationship Type="http://schemas.openxmlformats.org/officeDocument/2006/relationships/notesMaster" Target="/ppt/notesMasters/notesMaster1.xml" Id="Rc357f33f12c547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4c63e50b8465a" /><Relationship Type="http://schemas.openxmlformats.org/officeDocument/2006/relationships/notesMaster" Target="/ppt/notesMasters/notesMaster1.xml" Id="R84a547e1ee9e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c3e727b3224ff4" /><Relationship Type="http://schemas.openxmlformats.org/officeDocument/2006/relationships/notesMaster" Target="/ppt/notesMasters/notesMaster1.xml" Id="R0275697feb2740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20b685420c4cb7" /><Relationship Type="http://schemas.openxmlformats.org/officeDocument/2006/relationships/notesMaster" Target="/ppt/notesMasters/notesMaster1.xml" Id="R4aa3a14e0ce340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54e32ea6ec40ce" /><Relationship Type="http://schemas.openxmlformats.org/officeDocument/2006/relationships/notesMaster" Target="/ppt/notesMasters/notesMaster1.xml" Id="Rfb5ec31bd95c4d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95661cabc407e" /><Relationship Type="http://schemas.openxmlformats.org/officeDocument/2006/relationships/notesMaster" Target="/ppt/notesMasters/notesMaster1.xml" Id="R5bc1fc6dce44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e71b3d03574409" /><Relationship Type="http://schemas.openxmlformats.org/officeDocument/2006/relationships/notesMaster" Target="/ppt/notesMasters/notesMaster1.xml" Id="R26e428e5de6745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1c1104beda499e" /><Relationship Type="http://schemas.openxmlformats.org/officeDocument/2006/relationships/notesMaster" Target="/ppt/notesMasters/notesMaster1.xml" Id="Rdbd90771d5f94e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55e9f772e460c" /><Relationship Type="http://schemas.openxmlformats.org/officeDocument/2006/relationships/notesMaster" Target="/ppt/notesMasters/notesMaster1.xml" Id="R675b1dc876974c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5b48b6babe4035" /><Relationship Type="http://schemas.openxmlformats.org/officeDocument/2006/relationships/notesMaster" Target="/ppt/notesMasters/notesMaster1.xml" Id="Re8be8be8773c43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2b4dd970074776" /><Relationship Type="http://schemas.openxmlformats.org/officeDocument/2006/relationships/notesMaster" Target="/ppt/notesMasters/notesMaster1.xml" Id="Rbbcdd949518f4d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8d1f1167ed49ec" /><Relationship Type="http://schemas.openxmlformats.org/officeDocument/2006/relationships/notesMaster" Target="/ppt/notesMasters/notesMaster1.xml" Id="R3831a815d68343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cd9aceb8ac42ce" /><Relationship Type="http://schemas.openxmlformats.org/officeDocument/2006/relationships/notesMaster" Target="/ppt/notesMasters/notesMaster1.xml" Id="R2fa8e3c232e9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У B_ledger запросы выбирает модель. Контроллер A2 проверяет до одного канала ожидающих задач за шаг, начиная с давно не проверявшегося. </a:t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Мой вклад — постановка эксперимента и организация разработки системы, запуска сравнения и анализа результатов с ИИ-помощью. ИИ также помогал готовить код и текст.</a:t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>Обязательно проговорить: Личный вклад описан как постановка эксперимента и организация работы с ИИ-помощью. Независимая человеческая разметка не заявляется.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 artifacts/verification/v21-comparison-live-20260911/authorization.txt: автор задаёт условия, санкционирует запуск и поручает анализ; автоматизированное исполнение и ИИ-помощь раскрыты.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b22b5cf06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aae34b1c7403e" /><Relationship Type="http://schemas.openxmlformats.org/officeDocument/2006/relationships/slideLayout" Target="/ppt/slideLayouts/slideLayout1.xml" Id="Rddb76e1cd4a0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76e1cd4a0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6c4c33ebf4d9b" /><Relationship Type="http://schemas.openxmlformats.org/officeDocument/2006/relationships/notesSlide" Target="/ppt/notesSlides/notesSlide1.xml" Id="R485a9e87833742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8e9e3ae134816" /><Relationship Type="http://schemas.openxmlformats.org/officeDocument/2006/relationships/notesSlide" Target="/ppt/notesSlides/notesSlide2.xml" Id="R801f0ac7e172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6fce44e94ad5" /><Relationship Type="http://schemas.openxmlformats.org/officeDocument/2006/relationships/notesSlide" Target="/ppt/notesSlides/notesSlide3.xml" Id="R73af40fc6d2f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b71d4f992408f" /><Relationship Type="http://schemas.openxmlformats.org/officeDocument/2006/relationships/notesSlide" Target="/ppt/notesSlides/notesSlide4.xml" Id="Re6a00fa9ca49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1e62c91384c7a" /><Relationship Type="http://schemas.openxmlformats.org/officeDocument/2006/relationships/chart" Target="/ppt/slides/charts/chart1.xml" Id="Rcf4c2167b5cd464a" /><Relationship Type="http://schemas.openxmlformats.org/officeDocument/2006/relationships/notesSlide" Target="/ppt/notesSlides/notesSlide5.xml" Id="R4512441aed41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834b1f1dc4be8" /><Relationship Type="http://schemas.openxmlformats.org/officeDocument/2006/relationships/chart" Target="/ppt/slides/charts/chart2.xml" Id="Rb8bf9874fa3745e5" /><Relationship Type="http://schemas.openxmlformats.org/officeDocument/2006/relationships/notesSlide" Target="/ppt/notesSlides/notesSlide6.xml" Id="R750b49c4801a41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43d5b745242fc" /><Relationship Type="http://schemas.openxmlformats.org/officeDocument/2006/relationships/notesSlide" Target="/ppt/notesSlides/notesSlide7.xml" Id="R680a1264fef849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9387a413c4e71" /><Relationship Type="http://schemas.openxmlformats.org/officeDocument/2006/relationships/notesSlide" Target="/ppt/notesSlides/notesSlide8.xml" Id="Rd69b459ca9ab4e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c380685de4805" /><Relationship Type="http://schemas.openxmlformats.org/officeDocument/2006/relationships/notesSlide" Target="/ppt/notesSlides/notesSlide9.xml" Id="R1d19f2842d6843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5e4272f94b7c" /><Relationship Type="http://schemas.openxmlformats.org/officeDocument/2006/relationships/notesSlide" Target="/ppt/notesSlides/notesSlide10.xml" Id="R607db95be5e541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9dfde03f40ec" /><Relationship Type="http://schemas.openxmlformats.org/officeDocument/2006/relationships/notesSlide" Target="/ppt/notesSlides/notesSlide11.xml" Id="R5a2f3673b3eb49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ffc06c214ece" /><Relationship Type="http://schemas.openxmlformats.org/officeDocument/2006/relationships/notesSlide" Target="/ppt/notesSlides/notesSlide12.xml" Id="R2a71b27ab32b41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af0103942478e" /><Relationship Type="http://schemas.openxmlformats.org/officeDocument/2006/relationships/notesSlide" Target="/ppt/notesSlides/notesSlide13.xml" Id="R65566f2773494a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5302d1549400a" /><Relationship Type="http://schemas.openxmlformats.org/officeDocument/2006/relationships/notesSlide" Target="/ppt/notesSlides/notesSlide14.xml" Id="R22808354f93f48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363C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6CB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A5B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63C49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0.0000</c:formatCode>
              <c:ptCount val="3"/>
              <c:pt idx="0">
                <c:v>0.4806</c:v>
              </c:pt>
              <c:pt idx="1">
                <c:v>0.8111</c:v>
              </c:pt>
              <c:pt idx="2">
                <c:v>0.8643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71A2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9EC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363C49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6CB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A5B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63C49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0.00000</c:formatCode>
              <c:ptCount val="3"/>
              <c:pt idx="0">
                <c:v>0.19871</c:v>
              </c:pt>
              <c:pt idx="1">
                <c:v>0.21212</c:v>
              </c:pt>
              <c:pt idx="2">
                <c:v>0.04047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71A2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5715">
              <a:solidFill>
                <a:srgbClr val="E9ECF1"/>
              </a:solidFill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urce-1:16-1">
            <a:extLst xmlns:a="http://schemas.openxmlformats.org/drawingml/2006/main">
              <a:ext uri="{FF2B5EF4-FFF2-40B4-BE49-F238E27FC236}">
                <a16:creationId xmlns:a16="http://schemas.microsoft.com/office/drawing/2014/main" id="{973571B6-0DA6-4052-923B-3925424B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source-1:15-1">
            <a:extLst xmlns:a="http://schemas.openxmlformats.org/drawingml/2006/main">
              <a:ext uri="{FF2B5EF4-FFF2-40B4-BE49-F238E27FC236}">
                <a16:creationId xmlns:a16="http://schemas.microsoft.com/office/drawing/2014/main" id="{A2469A30-0BA8-4B82-912D-2C94374C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ource-1:2-1">
            <a:extLst xmlns:a="http://schemas.openxmlformats.org/drawingml/2006/main">
              <a:ext uri="{FF2B5EF4-FFF2-40B4-BE49-F238E27FC236}">
                <a16:creationId xmlns:a16="http://schemas.microsoft.com/office/drawing/2014/main" id="{C8F8221E-3748-4493-BEE5-33A9346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1194-C743-4751-AD11-95106CF1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:3-1">
            <a:extLst xmlns:a="http://schemas.openxmlformats.org/drawingml/2006/main">
              <a:ext uri="{FF2B5EF4-FFF2-40B4-BE49-F238E27FC236}">
                <a16:creationId xmlns:a16="http://schemas.microsoft.com/office/drawing/2014/main" id="{FDEF2EDD-B5A4-4B0C-801C-0641FAF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6" name="source-1:4-1">
            <a:extLst xmlns:a="http://schemas.openxmlformats.org/drawingml/2006/main">
              <a:ext uri="{FF2B5EF4-FFF2-40B4-BE49-F238E27FC236}">
                <a16:creationId xmlns:a16="http://schemas.microsoft.com/office/drawing/2014/main" id="{29E54C01-9EC4-4E50-AC0A-E5F3589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381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Назарбаев Интеллектуальная школа 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естественно-математического направления района Нура города Астаны</a:t>
            </a:r>
          </a:p>
        </p:txBody>
      </p:sp>
      <p:sp>
        <p:nvSpPr>
          <p:cNvPr id="7" name="source-1:5-1">
            <a:extLst xmlns:a="http://schemas.openxmlformats.org/drawingml/2006/main">
              <a:ext uri="{FF2B5EF4-FFF2-40B4-BE49-F238E27FC236}">
                <a16:creationId xmlns:a16="http://schemas.microsoft.com/office/drawing/2014/main" id="{E530F362-EE17-4BC7-94D9-C69B6B8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3914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Руководитель: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Омаров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Абылайхан Бауржанович</a:t>
            </a:r>
          </a:p>
        </p:txBody>
      </p:sp>
      <p:sp>
        <p:nvSpPr>
          <p:cNvPr id="8" name="source-1:6-1">
            <a:extLst xmlns:a="http://schemas.openxmlformats.org/drawingml/2006/main">
              <a:ext uri="{FF2B5EF4-FFF2-40B4-BE49-F238E27FC236}">
                <a16:creationId xmlns:a16="http://schemas.microsoft.com/office/drawing/2014/main" id="{898F3866-E37E-446B-89BB-B8D3CDFE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DE33A-D89F-41AF-89BE-D277F979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28003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2A7A7-CC93-4797-A0FC-C9FB9580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29225"/>
            <a:ext cx="34575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0E3EA-663F-42D8-A1E0-CE5B561A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29225"/>
            <a:ext cx="3057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C6D1E8"/>
            </a:solidFill>
          </a:ln>
        </p:spPr>
      </p:sp>
      <p:sp>
        <p:nvSpPr>
          <p:cNvPr id="12" name="source-1:7-1">
            <a:extLst xmlns:a="http://schemas.openxmlformats.org/drawingml/2006/main">
              <a:ext uri="{FF2B5EF4-FFF2-40B4-BE49-F238E27FC236}">
                <a16:creationId xmlns:a16="http://schemas.microsoft.com/office/drawing/2014/main" id="{416D58DE-B65F-4A16-ADC0-AA0637DB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4102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13" name="source-1:8-1">
            <a:extLst xmlns:a="http://schemas.openxmlformats.org/drawingml/2006/main">
              <a:ext uri="{FF2B5EF4-FFF2-40B4-BE49-F238E27FC236}">
                <a16:creationId xmlns:a16="http://schemas.microsoft.com/office/drawing/2014/main" id="{4BEAA97D-C4DF-43F1-9382-F66AFAA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10200"/>
            <a:ext cx="3171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14" name="source-1:9-1">
            <a:extLst xmlns:a="http://schemas.openxmlformats.org/drawingml/2006/main">
              <a:ext uri="{FF2B5EF4-FFF2-40B4-BE49-F238E27FC236}">
                <a16:creationId xmlns:a16="http://schemas.microsoft.com/office/drawing/2014/main" id="{F5EB087B-AA0E-4FAB-87B7-42BAB473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10200"/>
            <a:ext cx="2771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09950" y="55292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96200" y="552926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17" name="source-1:12-1">
            <a:extLst xmlns:a="http://schemas.openxmlformats.org/drawingml/2006/main">
              <a:ext uri="{FF2B5EF4-FFF2-40B4-BE49-F238E27FC236}">
                <a16:creationId xmlns:a16="http://schemas.microsoft.com/office/drawing/2014/main" id="{96946F83-53D7-40E7-81E0-29E5CD7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3810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8" name="source-1:14-1">
            <a:extLst xmlns:a="http://schemas.openxmlformats.org/drawingml/2006/main">
              <a:ext uri="{FF2B5EF4-FFF2-40B4-BE49-F238E27FC236}">
                <a16:creationId xmlns:a16="http://schemas.microsoft.com/office/drawing/2014/main" id="{212CAFD0-0141-4FC6-9F34-F05BD190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</p:spTree>
    <p:extLst>
      <p:ext uri="{BB962C8B-B14F-4D97-AF65-F5344CB8AC3E}">
        <p14:creationId xmlns:p14="http://schemas.microsoft.com/office/powerpoint/2010/main" val="1135373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ource-2:11-1">
            <a:extLst xmlns:a="http://schemas.openxmlformats.org/drawingml/2006/main">
              <a:ext uri="{FF2B5EF4-FFF2-40B4-BE49-F238E27FC236}">
                <a16:creationId xmlns:a16="http://schemas.microsoft.com/office/drawing/2014/main" id="{7E922F5A-49B5-41F4-AA8A-F464491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source-2:4-1">
            <a:extLst xmlns:a="http://schemas.openxmlformats.org/drawingml/2006/main">
              <a:ext uri="{FF2B5EF4-FFF2-40B4-BE49-F238E27FC236}">
                <a16:creationId xmlns:a16="http://schemas.microsoft.com/office/drawing/2014/main" id="{54B09102-5554-4901-82BB-B40CC59D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ED308-E75E-4E42-BCE6-C169282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2:3-1">
            <a:extLst xmlns:a="http://schemas.openxmlformats.org/drawingml/2006/main">
              <a:ext uri="{FF2B5EF4-FFF2-40B4-BE49-F238E27FC236}">
                <a16:creationId xmlns:a16="http://schemas.microsoft.com/office/drawing/2014/main" id="{92FA4904-D5F2-4960-9583-CAC20391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5" name="source-2:5-1">
            <a:extLst xmlns:a="http://schemas.openxmlformats.org/drawingml/2006/main">
              <a:ext uri="{FF2B5EF4-FFF2-40B4-BE49-F238E27FC236}">
                <a16:creationId xmlns:a16="http://schemas.microsoft.com/office/drawing/2014/main" id="{8B36A3E4-47FE-4505-920C-748FBEE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source-2:6-1">
            <a:extLst xmlns:a="http://schemas.openxmlformats.org/drawingml/2006/main">
              <a:ext uri="{FF2B5EF4-FFF2-40B4-BE49-F238E27FC236}">
                <a16:creationId xmlns:a16="http://schemas.microsoft.com/office/drawing/2014/main" id="{BEEB33EC-E6A7-4D77-B535-5CFFBE2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527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D4D46-079E-4D63-B678-A2C6128A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2:8-1">
            <a:extLst xmlns:a="http://schemas.openxmlformats.org/drawingml/2006/main">
              <a:ext uri="{FF2B5EF4-FFF2-40B4-BE49-F238E27FC236}">
                <a16:creationId xmlns:a16="http://schemas.microsoft.com/office/drawing/2014/main" id="{E763025A-A3BE-47FB-AC36-606ABF5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85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9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source-2:9-1">
            <a:extLst xmlns:a="http://schemas.openxmlformats.org/drawingml/2006/main">
              <a:ext uri="{FF2B5EF4-FFF2-40B4-BE49-F238E27FC236}">
                <a16:creationId xmlns:a16="http://schemas.microsoft.com/office/drawing/2014/main" id="{6E7B8B61-4901-4D39-A101-A19AC198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61245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918BB-0BF9-4147-84B6-905FBA0E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9107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2:10-1">
            <a:extLst xmlns:a="http://schemas.openxmlformats.org/drawingml/2006/main">
              <a:ext uri="{FF2B5EF4-FFF2-40B4-BE49-F238E27FC236}">
                <a16:creationId xmlns:a16="http://schemas.microsoft.com/office/drawing/2014/main" id="{DD46A343-EFA3-41DC-978D-27B1B7E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781550"/>
            <a:ext cx="40290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Структурированное хранение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Сама идея хранения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803960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ource-3:18-1">
            <a:extLst xmlns:a="http://schemas.openxmlformats.org/drawingml/2006/main">
              <a:ext uri="{FF2B5EF4-FFF2-40B4-BE49-F238E27FC236}">
                <a16:creationId xmlns:a16="http://schemas.microsoft.com/office/drawing/2014/main" id="{592B9711-62B1-4539-8AFC-C8256C30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source-3:4-1">
            <a:extLst xmlns:a="http://schemas.openxmlformats.org/drawingml/2006/main">
              <a:ext uri="{FF2B5EF4-FFF2-40B4-BE49-F238E27FC236}">
                <a16:creationId xmlns:a16="http://schemas.microsoft.com/office/drawing/2014/main" id="{4B727C56-5FF1-438F-A18B-125E3D06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92A5-5E84-49E9-ACF2-1F6075B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3:3-1">
            <a:extLst xmlns:a="http://schemas.openxmlformats.org/drawingml/2006/main">
              <a:ext uri="{FF2B5EF4-FFF2-40B4-BE49-F238E27FC236}">
                <a16:creationId xmlns:a16="http://schemas.microsoft.com/office/drawing/2014/main" id="{983E0A28-682E-4C0C-A8CD-9381D6CE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5" name="source-3:5-1">
            <a:extLst xmlns:a="http://schemas.openxmlformats.org/drawingml/2006/main">
              <a:ext uri="{FF2B5EF4-FFF2-40B4-BE49-F238E27FC236}">
                <a16:creationId xmlns:a16="http://schemas.microsoft.com/office/drawing/2014/main" id="{938731BE-FB54-4AF3-B77B-3E9BF21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40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source-3:6-1">
            <a:extLst xmlns:a="http://schemas.openxmlformats.org/drawingml/2006/main">
              <a:ext uri="{FF2B5EF4-FFF2-40B4-BE49-F238E27FC236}">
                <a16:creationId xmlns:a16="http://schemas.microsoft.com/office/drawing/2014/main" id="{A3D493CA-B136-448E-9524-2960C5C1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12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</p:txBody>
      </p:sp>
      <p:sp>
        <p:nvSpPr>
          <p:cNvPr id="7" name="source-3:6-2">
            <a:extLst xmlns:a="http://schemas.openxmlformats.org/drawingml/2006/main">
              <a:ext uri="{FF2B5EF4-FFF2-40B4-BE49-F238E27FC236}">
                <a16:creationId xmlns:a16="http://schemas.microsoft.com/office/drawing/2014/main" id="{3F71EDDA-0A2D-4146-A889-0F4C83B7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A0 = A1: 1,00</a:t>
            </a:r>
          </a:p>
        </p:txBody>
      </p:sp>
      <p:sp>
        <p:nvSpPr>
          <p:cNvPr id="8" name="source-3:6-3">
            <a:extLst xmlns:a="http://schemas.openxmlformats.org/drawingml/2006/main">
              <a:ext uri="{FF2B5EF4-FFF2-40B4-BE49-F238E27FC236}">
                <a16:creationId xmlns:a16="http://schemas.microsoft.com/office/drawing/2014/main" id="{DB461485-0949-44C7-B356-5752957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</p:txBody>
      </p:sp>
      <p:sp>
        <p:nvSpPr>
          <p:cNvPr id="9" name="source-3:6-4">
            <a:extLst xmlns:a="http://schemas.openxmlformats.org/drawingml/2006/main">
              <a:ext uri="{FF2B5EF4-FFF2-40B4-BE49-F238E27FC236}">
                <a16:creationId xmlns:a16="http://schemas.microsoft.com/office/drawing/2014/main" id="{023219D3-5069-4049-A6BC-5F36B91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4935-8A90-4AAF-A6BF-7BAF6E0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66900"/>
            <a:ext cx="0" cy="397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3:9-1">
            <a:extLst xmlns:a="http://schemas.openxmlformats.org/drawingml/2006/main">
              <a:ext uri="{FF2B5EF4-FFF2-40B4-BE49-F238E27FC236}">
                <a16:creationId xmlns:a16="http://schemas.microsoft.com/office/drawing/2014/main" id="{B9D6B6BE-F214-4A34-B1B3-83A3B97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2" name="source-3:10-1">
            <a:extLst xmlns:a="http://schemas.openxmlformats.org/drawingml/2006/main">
              <a:ext uri="{FF2B5EF4-FFF2-40B4-BE49-F238E27FC236}">
                <a16:creationId xmlns:a16="http://schemas.microsoft.com/office/drawing/2014/main" id="{657EDA6B-6A06-47E5-964F-E58A931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574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3" name="source-3:11-1">
            <a:extLst xmlns:a="http://schemas.openxmlformats.org/drawingml/2006/main">
              <a:ext uri="{FF2B5EF4-FFF2-40B4-BE49-F238E27FC236}">
                <a16:creationId xmlns:a16="http://schemas.microsoft.com/office/drawing/2014/main" id="{2697DEED-EC01-4C16-BD72-3738AFF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5029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56EA6-DD6D-4323-A312-86046C9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689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5" name="source-3:13-1">
            <a:extLst xmlns:a="http://schemas.openxmlformats.org/drawingml/2006/main">
              <a:ext uri="{FF2B5EF4-FFF2-40B4-BE49-F238E27FC236}">
                <a16:creationId xmlns:a16="http://schemas.microsoft.com/office/drawing/2014/main" id="{67237428-B633-4E83-B8ED-1E981C5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689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6" name="source-3:14-1">
            <a:extLst xmlns:a="http://schemas.openxmlformats.org/drawingml/2006/main">
              <a:ext uri="{FF2B5EF4-FFF2-40B4-BE49-F238E27FC236}">
                <a16:creationId xmlns:a16="http://schemas.microsoft.com/office/drawing/2014/main" id="{4B0D4A5D-D900-4224-934D-4C5F5293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7" name="source-3:15-1">
            <a:extLst xmlns:a="http://schemas.openxmlformats.org/drawingml/2006/main">
              <a:ext uri="{FF2B5EF4-FFF2-40B4-BE49-F238E27FC236}">
                <a16:creationId xmlns:a16="http://schemas.microsoft.com/office/drawing/2014/main" id="{9A3D4CB2-E2B8-462B-8B6E-B947644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05325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8" name="source-3:16-1">
            <a:extLst xmlns:a="http://schemas.openxmlformats.org/drawingml/2006/main">
              <a:ext uri="{FF2B5EF4-FFF2-40B4-BE49-F238E27FC236}">
                <a16:creationId xmlns:a16="http://schemas.microsoft.com/office/drawing/2014/main" id="{1856C898-D192-40F9-A953-B5173C60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9" name="source-3:17-1">
            <a:extLst xmlns:a="http://schemas.openxmlformats.org/drawingml/2006/main">
              <a:ext uri="{FF2B5EF4-FFF2-40B4-BE49-F238E27FC236}">
                <a16:creationId xmlns:a16="http://schemas.microsoft.com/office/drawing/2014/main" id="{1ECEBFEB-0FE5-4498-A772-BEB6BB14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5029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Контроллер проверяет до одного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канала за шаг, начиная с давно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проверявшегося.</a:t>
            </a:r>
          </a:p>
        </p:txBody>
      </p:sp>
    </p:spTree>
    <p:extLst>
      <p:ext uri="{BB962C8B-B14F-4D97-AF65-F5344CB8AC3E}">
        <p14:creationId xmlns:p14="http://schemas.microsoft.com/office/powerpoint/2010/main" val="103224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ource-4:17-1">
            <a:extLst xmlns:a="http://schemas.openxmlformats.org/drawingml/2006/main">
              <a:ext uri="{FF2B5EF4-FFF2-40B4-BE49-F238E27FC236}">
                <a16:creationId xmlns:a16="http://schemas.microsoft.com/office/drawing/2014/main" id="{EF86D25F-C8BD-45EB-9F26-1CAE311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source-4:4-1">
            <a:extLst xmlns:a="http://schemas.openxmlformats.org/drawingml/2006/main">
              <a:ext uri="{FF2B5EF4-FFF2-40B4-BE49-F238E27FC236}">
                <a16:creationId xmlns:a16="http://schemas.microsoft.com/office/drawing/2014/main" id="{0893332D-E7EA-48CD-B85C-6254892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0246E-2714-4AF8-9A99-C61CB2F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4:3-1">
            <a:extLst xmlns:a="http://schemas.openxmlformats.org/drawingml/2006/main">
              <a:ext uri="{FF2B5EF4-FFF2-40B4-BE49-F238E27FC236}">
                <a16:creationId xmlns:a16="http://schemas.microsoft.com/office/drawing/2014/main" id="{0AE6E00F-1C2E-455A-A829-2080DAB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5" name="source-4:5-1">
            <a:extLst xmlns:a="http://schemas.openxmlformats.org/drawingml/2006/main">
              <a:ext uri="{FF2B5EF4-FFF2-40B4-BE49-F238E27FC236}">
                <a16:creationId xmlns:a16="http://schemas.microsoft.com/office/drawing/2014/main" id="{69E2675B-B197-4CE3-B320-28F4C65E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source-4:6-1">
            <a:extLst xmlns:a="http://schemas.openxmlformats.org/drawingml/2006/main">
              <a:ext uri="{FF2B5EF4-FFF2-40B4-BE49-F238E27FC236}">
                <a16:creationId xmlns:a16="http://schemas.microsoft.com/office/drawing/2014/main" id="{D0BB3037-D903-4ABA-815C-EFD2AD9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source-4:7-1">
            <a:extLst xmlns:a="http://schemas.openxmlformats.org/drawingml/2006/main">
              <a:ext uri="{FF2B5EF4-FFF2-40B4-BE49-F238E27FC236}">
                <a16:creationId xmlns:a16="http://schemas.microsoft.com/office/drawing/2014/main" id="{9972453D-0943-415F-9A60-3423BA8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source-4:8-1">
            <a:extLst xmlns:a="http://schemas.openxmlformats.org/drawingml/2006/main">
              <a:ext uri="{FF2B5EF4-FFF2-40B4-BE49-F238E27FC236}">
                <a16:creationId xmlns:a16="http://schemas.microsoft.com/office/drawing/2014/main" id="{60052D9C-F55D-4552-B2E5-9798851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source-4:9-1">
            <a:extLst xmlns:a="http://schemas.openxmlformats.org/drawingml/2006/main">
              <a:ext uri="{FF2B5EF4-FFF2-40B4-BE49-F238E27FC236}">
                <a16:creationId xmlns:a16="http://schemas.microsoft.com/office/drawing/2014/main" id="{0F87BC03-8A62-4DA5-9F69-7E890C75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1432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source-4:10-1">
            <a:extLst xmlns:a="http://schemas.openxmlformats.org/drawingml/2006/main">
              <a:ext uri="{FF2B5EF4-FFF2-40B4-BE49-F238E27FC236}">
                <a16:creationId xmlns:a16="http://schemas.microsoft.com/office/drawing/2014/main" id="{E9A8F59C-6F7A-46D1-AAE0-23ABAC2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source-4:11-1">
            <a:extLst xmlns:a="http://schemas.openxmlformats.org/drawingml/2006/main">
              <a:ext uri="{FF2B5EF4-FFF2-40B4-BE49-F238E27FC236}">
                <a16:creationId xmlns:a16="http://schemas.microsoft.com/office/drawing/2014/main" id="{C8371A40-56F0-4E47-B20D-9894AEC3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050CE-C1ED-48C8-9926-0C66B759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3" name="source-4:13-1">
            <a:extLst xmlns:a="http://schemas.openxmlformats.org/drawingml/2006/main">
              <a:ext uri="{FF2B5EF4-FFF2-40B4-BE49-F238E27FC236}">
                <a16:creationId xmlns:a16="http://schemas.microsoft.com/office/drawing/2014/main" id="{638A8C14-E4EC-461C-9D47-555DBD0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DeepSeek V3.1</a:t>
            </a:r>
          </a:p>
          <a:p xmlns:a="http://schemas.openxmlformats.org/drawingml/2006/main">
            <a:pPr algn="l">
              <a:defRPr sz="2100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через OpenRouter / Novita</a:t>
            </a:r>
          </a:p>
        </p:txBody>
      </p:sp>
      <p:sp>
        <p:nvSpPr>
          <p:cNvPr id="14" name="source-4:14-1">
            <a:extLst xmlns:a="http://schemas.openxmlformats.org/drawingml/2006/main">
              <a:ext uri="{FF2B5EF4-FFF2-40B4-BE49-F238E27FC236}">
                <a16:creationId xmlns:a16="http://schemas.microsoft.com/office/drawing/2014/main" id="{CFCEAE35-1C90-41E4-8930-E0816ABB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724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36 запусков методов,</a:t>
            </a:r>
          </a:p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288 контрольных точек, 602 вызова</a:t>
            </a:r>
          </a:p>
        </p:txBody>
      </p:sp>
      <p:sp>
        <p:nvSpPr>
          <p:cNvPr id="15" name="source-4:15-1">
            <a:extLst xmlns:a="http://schemas.openxmlformats.org/drawingml/2006/main">
              <a:ext uri="{FF2B5EF4-FFF2-40B4-BE49-F238E27FC236}">
                <a16:creationId xmlns:a16="http://schemas.microsoft.com/office/drawing/2014/main" id="{395AC492-8739-43A4-9A24-8423F913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22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Set-F1 учитывает правильные действия,</a:t>
            </a:r>
          </a:p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пропуски и лишние действия.</a:t>
            </a:r>
          </a:p>
        </p:txBody>
      </p:sp>
      <p:sp>
        <p:nvSpPr>
          <p:cNvPr id="16" name="source-4:16-1">
            <a:extLst xmlns:a="http://schemas.openxmlformats.org/drawingml/2006/main">
              <a:ext uri="{FF2B5EF4-FFF2-40B4-BE49-F238E27FC236}">
                <a16:creationId xmlns:a16="http://schemas.microsoft.com/office/drawing/2014/main" id="{09F98981-3ADC-4BD6-8ADD-36AD94DC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007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Сценарии разработки;</a:t>
            </a:r>
          </a:p>
          <a:p xmlns:a="http://schemas.openxmlformats.org/drawingml/2006/main">
            <a:pPr algn="l">
              <a:defRPr sz="172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1887937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ource-5:11-1">
            <a:extLst xmlns:a="http://schemas.openxmlformats.org/drawingml/2006/main">
              <a:ext uri="{FF2B5EF4-FFF2-40B4-BE49-F238E27FC236}">
                <a16:creationId xmlns:a16="http://schemas.microsoft.com/office/drawing/2014/main" id="{B083DAA4-D34C-4D9D-9E44-00D9E63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source-5:4-1">
            <a:extLst xmlns:a="http://schemas.openxmlformats.org/drawingml/2006/main">
              <a:ext uri="{FF2B5EF4-FFF2-40B4-BE49-F238E27FC236}">
                <a16:creationId xmlns:a16="http://schemas.microsoft.com/office/drawing/2014/main" id="{6CAC2D1F-CF18-49E4-9947-860B8AE8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E655-6141-481A-9CC8-A8BC6450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5:3-1">
            <a:extLst xmlns:a="http://schemas.openxmlformats.org/drawingml/2006/main">
              <a:ext uri="{FF2B5EF4-FFF2-40B4-BE49-F238E27FC236}">
                <a16:creationId xmlns:a16="http://schemas.microsoft.com/office/drawing/2014/main" id="{140A3C77-66D4-4763-90A4-E0D84726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5" name="source-5:5-1">
            <a:extLst xmlns:a="http://schemas.openxmlformats.org/drawingml/2006/main">
              <a:ext uri="{FF2B5EF4-FFF2-40B4-BE49-F238E27FC236}">
                <a16:creationId xmlns:a16="http://schemas.microsoft.com/office/drawing/2014/main" id="{9F0E7DEB-1498-4D7E-B441-07D8DB1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2324100"/>
          <a:ext xmlns:a="http://schemas.openxmlformats.org/drawingml/2006/main" cx="75628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c2167b5cd464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8B25B-3723-4A25-A015-36FDEF52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526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5:9-1">
            <a:extLst xmlns:a="http://schemas.openxmlformats.org/drawingml/2006/main">
              <a:ext uri="{FF2B5EF4-FFF2-40B4-BE49-F238E27FC236}">
                <a16:creationId xmlns:a16="http://schemas.microsoft.com/office/drawing/2014/main" id="{3F20C266-49E7-4D5F-9076-5A52AA93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9077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9" name="source-5:7-1">
            <a:extLst xmlns:a="http://schemas.openxmlformats.org/drawingml/2006/main">
              <a:ext uri="{FF2B5EF4-FFF2-40B4-BE49-F238E27FC236}">
                <a16:creationId xmlns:a16="http://schemas.microsoft.com/office/drawing/2014/main" id="{34ECE4ED-4358-4FDC-8090-EDDAE2CD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A2 − B_ledger ≈</a:t>
            </a:r>
          </a:p>
        </p:txBody>
      </p:sp>
      <p:sp>
        <p:nvSpPr>
          <p:cNvPr id="10" name="source-5:7-2">
            <a:extLst xmlns:a="http://schemas.openxmlformats.org/drawingml/2006/main">
              <a:ext uri="{FF2B5EF4-FFF2-40B4-BE49-F238E27FC236}">
                <a16:creationId xmlns:a16="http://schemas.microsoft.com/office/drawing/2014/main" id="{DE15E86B-3500-408D-AE12-695FA9F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−0,3306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90117-8CFC-4623-B681-8CE07DCB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338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5:10-1">
            <a:extLst xmlns:a="http://schemas.openxmlformats.org/drawingml/2006/main">
              <a:ext uri="{FF2B5EF4-FFF2-40B4-BE49-F238E27FC236}">
                <a16:creationId xmlns:a16="http://schemas.microsoft.com/office/drawing/2014/main" id="{386ABEDC-CD30-41FA-ADEC-8E9657CD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  <p:sp>
        <p:nvSpPr>
          <p:cNvPr id="13" name="source-5:8-1">
            <a:extLst xmlns:a="http://schemas.openxmlformats.org/drawingml/2006/main">
              <a:ext uri="{FF2B5EF4-FFF2-40B4-BE49-F238E27FC236}">
                <a16:creationId xmlns:a16="http://schemas.microsoft.com/office/drawing/2014/main" id="{7994BBBC-FE5F-4EEC-98A3-655C174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19650"/>
            <a:ext cx="2590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A2 − A0 ≈</a:t>
            </a:r>
          </a:p>
        </p:txBody>
      </p:sp>
      <p:sp>
        <p:nvSpPr>
          <p:cNvPr id="14" name="source-5:8-2">
            <a:extLst xmlns:a="http://schemas.openxmlformats.org/drawingml/2006/main">
              <a:ext uri="{FF2B5EF4-FFF2-40B4-BE49-F238E27FC236}">
                <a16:creationId xmlns:a16="http://schemas.microsoft.com/office/drawing/2014/main" id="{91E0A18A-9E4E-4517-800F-1D860EE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590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−0,3837</a:t>
            </a:r>
          </a:p>
        </p:txBody>
      </p:sp>
    </p:spTree>
    <p:extLst>
      <p:ext uri="{BB962C8B-B14F-4D97-AF65-F5344CB8AC3E}">
        <p14:creationId xmlns:p14="http://schemas.microsoft.com/office/powerpoint/2010/main" val="1157694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-6:9-1">
            <a:extLst xmlns:a="http://schemas.openxmlformats.org/drawingml/2006/main">
              <a:ext uri="{FF2B5EF4-FFF2-40B4-BE49-F238E27FC236}">
                <a16:creationId xmlns:a16="http://schemas.microsoft.com/office/drawing/2014/main" id="{422750C9-DAF7-490A-8445-433EC5F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28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source-6:4-1">
            <a:extLst xmlns:a="http://schemas.openxmlformats.org/drawingml/2006/main">
              <a:ext uri="{FF2B5EF4-FFF2-40B4-BE49-F238E27FC236}">
                <a16:creationId xmlns:a16="http://schemas.microsoft.com/office/drawing/2014/main" id="{AB8B1B2C-BB9A-40E7-BA54-B37441EC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142BE-579B-414C-8AFB-CB2FD74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6:3-1">
            <a:extLst xmlns:a="http://schemas.openxmlformats.org/drawingml/2006/main">
              <a:ext uri="{FF2B5EF4-FFF2-40B4-BE49-F238E27FC236}">
                <a16:creationId xmlns:a16="http://schemas.microsoft.com/office/drawing/2014/main" id="{2CE0698E-BFA2-48DA-B93E-22AC9FF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5" name="source-6:5-1">
            <a:extLst xmlns:a="http://schemas.openxmlformats.org/drawingml/2006/main">
              <a:ext uri="{FF2B5EF4-FFF2-40B4-BE49-F238E27FC236}">
                <a16:creationId xmlns:a16="http://schemas.microsoft.com/office/drawing/2014/main" id="{1BFF2AED-E751-4309-BC67-10BCF4B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324100"/>
          <a:ext xmlns:a="http://schemas.openxmlformats.org/drawingml/2006/main" cx="75628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bf9874fa3745e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85BA0-8674-4C93-8C21-95CD862B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52675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8" name="source-6:7-1">
            <a:extLst xmlns:a="http://schemas.openxmlformats.org/drawingml/2006/main">
              <a:ext uri="{FF2B5EF4-FFF2-40B4-BE49-F238E27FC236}">
                <a16:creationId xmlns:a16="http://schemas.microsoft.com/office/drawing/2014/main" id="{4018CE6D-B309-491A-BD4D-EBFDCA2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A2 / A0 ≈</a:t>
            </a:r>
          </a:p>
        </p:txBody>
      </p:sp>
      <p:sp>
        <p:nvSpPr>
          <p:cNvPr id="9" name="source-6:7-2">
            <a:extLst xmlns:a="http://schemas.openxmlformats.org/drawingml/2006/main">
              <a:ext uri="{FF2B5EF4-FFF2-40B4-BE49-F238E27FC236}">
                <a16:creationId xmlns:a16="http://schemas.microsoft.com/office/drawing/2014/main" id="{D69B70FE-7B99-42C1-B630-4FFA84A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54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4,91</a:t>
            </a:r>
          </a:p>
        </p:txBody>
      </p:sp>
      <p:sp>
        <p:nvSpPr>
          <p:cNvPr id="10" name="source-6:7-3">
            <a:extLst xmlns:a="http://schemas.openxmlformats.org/drawingml/2006/main">
              <a:ext uri="{FF2B5EF4-FFF2-40B4-BE49-F238E27FC236}">
                <a16:creationId xmlns:a16="http://schemas.microsoft.com/office/drawing/2014/main" id="{AE346843-5417-4FA5-A7A7-974FA290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590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2818A-EFE4-4E45-8836-2C87762D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6:8-1">
            <a:extLst xmlns:a="http://schemas.openxmlformats.org/drawingml/2006/main">
              <a:ext uri="{FF2B5EF4-FFF2-40B4-BE49-F238E27FC236}">
                <a16:creationId xmlns:a16="http://schemas.microsoft.com/office/drawing/2014/main" id="{E4E0A107-2452-43FC-BBAA-E3813AC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7955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ource-7:13-1">
            <a:extLst xmlns:a="http://schemas.openxmlformats.org/drawingml/2006/main">
              <a:ext uri="{FF2B5EF4-FFF2-40B4-BE49-F238E27FC236}">
                <a16:creationId xmlns:a16="http://schemas.microsoft.com/office/drawing/2014/main" id="{0206384C-E740-4050-87F6-7125AE2C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source-7:4-1">
            <a:extLst xmlns:a="http://schemas.openxmlformats.org/drawingml/2006/main">
              <a:ext uri="{FF2B5EF4-FFF2-40B4-BE49-F238E27FC236}">
                <a16:creationId xmlns:a16="http://schemas.microsoft.com/office/drawing/2014/main" id="{6DF16477-9F44-42A8-9CF6-A0CC3CF2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3E47-FCD4-46E8-9CD1-4F4ACA64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7:3-1">
            <a:extLst xmlns:a="http://schemas.openxmlformats.org/drawingml/2006/main">
              <a:ext uri="{FF2B5EF4-FFF2-40B4-BE49-F238E27FC236}">
                <a16:creationId xmlns:a16="http://schemas.microsoft.com/office/drawing/2014/main" id="{CF668F8D-37AE-459B-9CF1-52215FE5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5" name="source-7:5-1">
            <a:extLst xmlns:a="http://schemas.openxmlformats.org/drawingml/2006/main">
              <a:ext uri="{FF2B5EF4-FFF2-40B4-BE49-F238E27FC236}">
                <a16:creationId xmlns:a16="http://schemas.microsoft.com/office/drawing/2014/main" id="{9D607DF4-735A-4AEE-871B-0AEC585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24869-9DEC-4871-950F-44C206BF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8AFF3-D752-4139-A172-3279BB2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CBD5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390E2-2987-405F-AD81-DA4E3AAF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318135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7:6-1">
            <a:extLst xmlns:a="http://schemas.openxmlformats.org/drawingml/2006/main">
              <a:ext uri="{FF2B5EF4-FFF2-40B4-BE49-F238E27FC236}">
                <a16:creationId xmlns:a16="http://schemas.microsoft.com/office/drawing/2014/main" id="{DF514B60-1180-449C-AA34-5DCB5C31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Точка 3</a:t>
            </a:r>
          </a:p>
        </p:txBody>
      </p:sp>
      <p:sp>
        <p:nvSpPr>
          <p:cNvPr id="10" name="source-7:6-2">
            <a:extLst xmlns:a="http://schemas.openxmlformats.org/drawingml/2006/main">
              <a:ext uri="{FF2B5EF4-FFF2-40B4-BE49-F238E27FC236}">
                <a16:creationId xmlns:a16="http://schemas.microsoft.com/office/drawing/2014/main" id="{F79FB1AD-B42F-4490-BCB7-09B8AB6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треугольник</a:t>
            </a:r>
          </a:p>
        </p:txBody>
      </p:sp>
      <p:sp>
        <p:nvSpPr>
          <p:cNvPr id="11" name="source-7:6-3">
            <a:extLst xmlns:a="http://schemas.openxmlformats.org/drawingml/2006/main">
              <a:ext uri="{FF2B5EF4-FFF2-40B4-BE49-F238E27FC236}">
                <a16:creationId xmlns:a16="http://schemas.microsoft.com/office/drawing/2014/main" id="{2236FCEE-28D9-48D8-AAEC-2468C77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12" name="source-7:7-1">
            <a:extLst xmlns:a="http://schemas.openxmlformats.org/drawingml/2006/main">
              <a:ext uri="{FF2B5EF4-FFF2-40B4-BE49-F238E27FC236}">
                <a16:creationId xmlns:a16="http://schemas.microsoft.com/office/drawing/2014/main" id="{6BA9F4BA-6F76-4E14-AC3C-0555A9A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Точка 4</a:t>
            </a:r>
          </a:p>
        </p:txBody>
      </p:sp>
      <p:sp>
        <p:nvSpPr>
          <p:cNvPr id="13" name="source-7:7-2">
            <a:extLst xmlns:a="http://schemas.openxmlformats.org/drawingml/2006/main">
              <a:ext uri="{FF2B5EF4-FFF2-40B4-BE49-F238E27FC236}">
                <a16:creationId xmlns:a16="http://schemas.microsoft.com/office/drawing/2014/main" id="{33490F1C-DA2E-4F09-8086-1DD622A6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</p:txBody>
      </p:sp>
      <p:sp>
        <p:nvSpPr>
          <p:cNvPr id="14" name="source-7:7-3">
            <a:extLst xmlns:a="http://schemas.openxmlformats.org/drawingml/2006/main">
              <a:ext uri="{FF2B5EF4-FFF2-40B4-BE49-F238E27FC236}">
                <a16:creationId xmlns:a16="http://schemas.microsoft.com/office/drawing/2014/main" id="{DFFF75B9-E15C-4E68-870A-62E81468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15" name="source-7:8-1">
            <a:extLst xmlns:a="http://schemas.openxmlformats.org/drawingml/2006/main">
              <a:ext uri="{FF2B5EF4-FFF2-40B4-BE49-F238E27FC236}">
                <a16:creationId xmlns:a16="http://schemas.microsoft.com/office/drawing/2014/main" id="{52C20CA5-240D-4F5D-ADCF-803D8EF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72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16" name="source-7:8-2">
            <a:extLst xmlns:a="http://schemas.openxmlformats.org/drawingml/2006/main">
              <a:ext uri="{FF2B5EF4-FFF2-40B4-BE49-F238E27FC236}">
                <a16:creationId xmlns:a16="http://schemas.microsoft.com/office/drawing/2014/main" id="{0385D96B-7439-4F59-B210-87D6C8AF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</p:txBody>
      </p:sp>
      <p:sp>
        <p:nvSpPr>
          <p:cNvPr id="17" name="source-7:8-3">
            <a:extLst xmlns:a="http://schemas.openxmlformats.org/drawingml/2006/main">
              <a:ext uri="{FF2B5EF4-FFF2-40B4-BE49-F238E27FC236}">
                <a16:creationId xmlns:a16="http://schemas.microsoft.com/office/drawing/2014/main" id="{8993EE2C-3EA5-439F-832B-A490447C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76750"/>
            <a:ext cx="2724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90950" y="38242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86675" y="382428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20" name="source-7:11-1">
            <a:extLst xmlns:a="http://schemas.openxmlformats.org/drawingml/2006/main">
              <a:ext uri="{FF2B5EF4-FFF2-40B4-BE49-F238E27FC236}">
                <a16:creationId xmlns:a16="http://schemas.microsoft.com/office/drawing/2014/main" id="{8C7A96EA-8911-4D6E-95E2-BDD98D9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21" name="source-7:12-1">
            <a:extLst xmlns:a="http://schemas.openxmlformats.org/drawingml/2006/main">
              <a:ext uri="{FF2B5EF4-FFF2-40B4-BE49-F238E27FC236}">
                <a16:creationId xmlns:a16="http://schemas.microsoft.com/office/drawing/2014/main" id="{F1C1933C-8BA5-4E28-8877-E7899F6C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Локальная ошибка обновления и действия.</a:t>
            </a:r>
          </a:p>
          <a:p xmlns:a="http://schemas.openxmlformats.org/drawingml/2006/main">
            <a:pPr algn="l">
              <a:defRPr sz="18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846492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ource-8:23-1">
            <a:extLst xmlns:a="http://schemas.openxmlformats.org/drawingml/2006/main">
              <a:ext uri="{FF2B5EF4-FFF2-40B4-BE49-F238E27FC236}">
                <a16:creationId xmlns:a16="http://schemas.microsoft.com/office/drawing/2014/main" id="{71ACAB68-F6C0-425B-9CE9-3023FE4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source-8:4-1">
            <a:extLst xmlns:a="http://schemas.openxmlformats.org/drawingml/2006/main">
              <a:ext uri="{FF2B5EF4-FFF2-40B4-BE49-F238E27FC236}">
                <a16:creationId xmlns:a16="http://schemas.microsoft.com/office/drawing/2014/main" id="{C6F0AD44-9CBE-4923-A5CC-E77576F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36A28-2C75-4DA7-8DDA-67F3E46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8:3-1">
            <a:extLst xmlns:a="http://schemas.openxmlformats.org/drawingml/2006/main">
              <a:ext uri="{FF2B5EF4-FFF2-40B4-BE49-F238E27FC236}">
                <a16:creationId xmlns:a16="http://schemas.microsoft.com/office/drawing/2014/main" id="{349ADFD5-B18C-49BD-B4C8-41C0F5A3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47F8E-2FA0-4245-92B2-9B27EC0A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6" name="source-8:5-1">
            <a:extLst xmlns:a="http://schemas.openxmlformats.org/drawingml/2006/main">
              <a:ext uri="{FF2B5EF4-FFF2-40B4-BE49-F238E27FC236}">
                <a16:creationId xmlns:a16="http://schemas.microsoft.com/office/drawing/2014/main" id="{9F3E0394-6AA4-494E-A506-8D0DD639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3A743-371A-4C06-88F0-687797C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8" name="source-8:6-1">
            <a:extLst xmlns:a="http://schemas.openxmlformats.org/drawingml/2006/main">
              <a:ext uri="{FF2B5EF4-FFF2-40B4-BE49-F238E27FC236}">
                <a16:creationId xmlns:a16="http://schemas.microsoft.com/office/drawing/2014/main" id="{B7F918FE-D2E3-468C-AC8C-90551E82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44930-6E24-44A8-B2B3-936A6C8B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0" name="source-8:7-1">
            <a:extLst xmlns:a="http://schemas.openxmlformats.org/drawingml/2006/main">
              <a:ext uri="{FF2B5EF4-FFF2-40B4-BE49-F238E27FC236}">
                <a16:creationId xmlns:a16="http://schemas.microsoft.com/office/drawing/2014/main" id="{829B135A-FF96-43E3-B7DE-88FE2C26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0BF1B-B4E2-42F2-A3D5-1FA3F94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2" name="source-8:8-1">
            <a:extLst xmlns:a="http://schemas.openxmlformats.org/drawingml/2006/main">
              <a:ext uri="{FF2B5EF4-FFF2-40B4-BE49-F238E27FC236}">
                <a16:creationId xmlns:a16="http://schemas.microsoft.com/office/drawing/2014/main" id="{65E61DBA-F2D6-48D5-A21A-94BF8EA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42189-0E2A-4DFB-873C-E66B39CE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4" name="source-8:9-1">
            <a:extLst xmlns:a="http://schemas.openxmlformats.org/drawingml/2006/main">
              <a:ext uri="{FF2B5EF4-FFF2-40B4-BE49-F238E27FC236}">
                <a16:creationId xmlns:a16="http://schemas.microsoft.com/office/drawing/2014/main" id="{F886F0F4-6C25-4D77-BEE4-89B0BDE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05E0D-AEBB-4386-B240-8ABEFD5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6" name="source-8:10-1">
            <a:extLst xmlns:a="http://schemas.openxmlformats.org/drawingml/2006/main">
              <a:ext uri="{FF2B5EF4-FFF2-40B4-BE49-F238E27FC236}">
                <a16:creationId xmlns:a16="http://schemas.microsoft.com/office/drawing/2014/main" id="{2906BB2C-AEF1-44F8-88D9-47F8B5DF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A260F-A79A-48B4-83BF-1132268A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85975"/>
            <a:ext cx="1371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3DF"/>
            </a:solidFill>
          </a:ln>
        </p:spPr>
      </p:sp>
      <p:sp>
        <p:nvSpPr>
          <p:cNvPr id="18" name="source-8:11-1">
            <a:extLst xmlns:a="http://schemas.openxmlformats.org/drawingml/2006/main">
              <a:ext uri="{FF2B5EF4-FFF2-40B4-BE49-F238E27FC236}">
                <a16:creationId xmlns:a16="http://schemas.microsoft.com/office/drawing/2014/main" id="{40D9951B-BC59-446B-ABC2-58F2B93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66950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814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816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818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982200" y="2452688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929BAA"/>
            </a:solidFill>
            <a:tailEnd type="triangle" w="sm" len="sm"/>
          </a:ln>
        </p:spPr>
      </p:cxnSp>
      <p:sp>
        <p:nvSpPr>
          <p:cNvPr id="25" name="source-8:18-1">
            <a:extLst xmlns:a="http://schemas.openxmlformats.org/drawingml/2006/main">
              <a:ext uri="{FF2B5EF4-FFF2-40B4-BE49-F238E27FC236}">
                <a16:creationId xmlns:a16="http://schemas.microsoft.com/office/drawing/2014/main" id="{6FD24890-51E4-4998-9631-925F8875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90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26" name="source-8:19-1">
            <a:extLst xmlns:a="http://schemas.openxmlformats.org/drawingml/2006/main">
              <a:ext uri="{FF2B5EF4-FFF2-40B4-BE49-F238E27FC236}">
                <a16:creationId xmlns:a16="http://schemas.microsoft.com/office/drawing/2014/main" id="{BB8FE275-46EB-40FE-8552-2A9E50EC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62198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09FA6-D56B-4E3F-BC4C-0581E793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28" name="source-8:20-1">
            <a:extLst xmlns:a="http://schemas.openxmlformats.org/drawingml/2006/main">
              <a:ext uri="{FF2B5EF4-FFF2-40B4-BE49-F238E27FC236}">
                <a16:creationId xmlns:a16="http://schemas.microsoft.com/office/drawing/2014/main" id="{15833448-739A-4701-9665-4DB558A5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09950"/>
            <a:ext cx="3933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9" name="source-8:21-1">
            <a:extLst xmlns:a="http://schemas.openxmlformats.org/drawingml/2006/main">
              <a:ext uri="{FF2B5EF4-FFF2-40B4-BE49-F238E27FC236}">
                <a16:creationId xmlns:a16="http://schemas.microsoft.com/office/drawing/2014/main" id="{C389EB2E-CBA5-4CE9-B3C6-04C0614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90975"/>
            <a:ext cx="393382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19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9CB7D-C2FB-4DB5-BFFE-C40E4F7F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31" name="source-8:22-1">
            <a:extLst xmlns:a="http://schemas.openxmlformats.org/drawingml/2006/main">
              <a:ext uri="{FF2B5EF4-FFF2-40B4-BE49-F238E27FC236}">
                <a16:creationId xmlns:a16="http://schemas.microsoft.com/office/drawing/2014/main" id="{78AD31A3-A9D5-428F-8F4A-9B2CEAB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937921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-9:12-1">
            <a:extLst xmlns:a="http://schemas.openxmlformats.org/drawingml/2006/main">
              <a:ext uri="{FF2B5EF4-FFF2-40B4-BE49-F238E27FC236}">
                <a16:creationId xmlns:a16="http://schemas.microsoft.com/office/drawing/2014/main" id="{2EF6EF60-BC1A-45B3-AE00-630BD8E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source-9:4-1">
            <a:extLst xmlns:a="http://schemas.openxmlformats.org/drawingml/2006/main">
              <a:ext uri="{FF2B5EF4-FFF2-40B4-BE49-F238E27FC236}">
                <a16:creationId xmlns:a16="http://schemas.microsoft.com/office/drawing/2014/main" id="{9870D862-6B03-4ACE-B84C-CE86FB0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A1A01-0B43-430D-A4FB-7D9AA8E3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9:3-1">
            <a:extLst xmlns:a="http://schemas.openxmlformats.org/drawingml/2006/main">
              <a:ext uri="{FF2B5EF4-FFF2-40B4-BE49-F238E27FC236}">
                <a16:creationId xmlns:a16="http://schemas.microsoft.com/office/drawing/2014/main" id="{877EF3DE-88D6-441D-AB8C-FCE4C8B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5" name="source-9:5-1">
            <a:extLst xmlns:a="http://schemas.openxmlformats.org/drawingml/2006/main">
              <a:ext uri="{FF2B5EF4-FFF2-40B4-BE49-F238E27FC236}">
                <a16:creationId xmlns:a16="http://schemas.microsoft.com/office/drawing/2014/main" id="{08BFF5B6-15CF-45B9-92EA-36AEF03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source-9:7-1">
            <a:extLst xmlns:a="http://schemas.openxmlformats.org/drawingml/2006/main">
              <a:ext uri="{FF2B5EF4-FFF2-40B4-BE49-F238E27FC236}">
                <a16:creationId xmlns:a16="http://schemas.microsoft.com/office/drawing/2014/main" id="{835C28BD-C54D-40D9-BD4F-CD79E144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57375"/>
            <a:ext cx="5076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7" name="source-9:6-1">
            <a:extLst xmlns:a="http://schemas.openxmlformats.org/drawingml/2006/main">
              <a:ext uri="{FF2B5EF4-FFF2-40B4-BE49-F238E27FC236}">
                <a16:creationId xmlns:a16="http://schemas.microsoft.com/office/drawing/2014/main" id="{47607AE0-5B83-434A-B54A-2CFFD93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8" name="source-9:8-1">
            <a:extLst xmlns:a="http://schemas.openxmlformats.org/drawingml/2006/main">
              <a:ext uri="{FF2B5EF4-FFF2-40B4-BE49-F238E27FC236}">
                <a16:creationId xmlns:a16="http://schemas.microsoft.com/office/drawing/2014/main" id="{66E24377-B02D-4B3E-8B75-8A431948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28875"/>
            <a:ext cx="50768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56D9E-BC64-4A4D-B994-6DAA396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EE1B9-CAA0-43E8-BF2B-CC8B088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1" name="source-9:10-1">
            <a:extLst xmlns:a="http://schemas.openxmlformats.org/drawingml/2006/main">
              <a:ext uri="{FF2B5EF4-FFF2-40B4-BE49-F238E27FC236}">
                <a16:creationId xmlns:a16="http://schemas.microsoft.com/office/drawing/2014/main" id="{34256B15-88EF-4CD6-9E59-ADFA592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2" name="source-9:11-1">
            <a:extLst xmlns:a="http://schemas.openxmlformats.org/drawingml/2006/main">
              <a:ext uri="{FF2B5EF4-FFF2-40B4-BE49-F238E27FC236}">
                <a16:creationId xmlns:a16="http://schemas.microsoft.com/office/drawing/2014/main" id="{C4372FDA-2B5F-47D7-A0A9-81C863DE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Вклад автора: постановка эксперимента, организация разработки,</a:t>
            </a:r>
          </a:p>
          <a:p xmlns:a="http://schemas.openxmlformats.org/drawingml/2006/main">
            <a:pPr algn="l">
              <a:defRPr sz="21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запуска сравнения и анализа результатов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1039492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0:10-1">
            <a:extLst xmlns:a="http://schemas.openxmlformats.org/drawingml/2006/main">
              <a:ext uri="{FF2B5EF4-FFF2-40B4-BE49-F238E27FC236}">
                <a16:creationId xmlns:a16="http://schemas.microsoft.com/office/drawing/2014/main" id="{563A1A39-42B0-410E-B4AD-2C78C5A9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source-10:4-1">
            <a:extLst xmlns:a="http://schemas.openxmlformats.org/drawingml/2006/main">
              <a:ext uri="{FF2B5EF4-FFF2-40B4-BE49-F238E27FC236}">
                <a16:creationId xmlns:a16="http://schemas.microsoft.com/office/drawing/2014/main" id="{806E6B64-C614-4FE4-A4B8-C0F23FAA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0804A-057B-449C-A7AC-37A64DC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4" name="source-10:3-1">
            <a:extLst xmlns:a="http://schemas.openxmlformats.org/drawingml/2006/main">
              <a:ext uri="{FF2B5EF4-FFF2-40B4-BE49-F238E27FC236}">
                <a16:creationId xmlns:a16="http://schemas.microsoft.com/office/drawing/2014/main" id="{B2EC79ED-0447-46A9-B50D-2EF0355A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5" name="source-10:5-1">
            <a:extLst xmlns:a="http://schemas.openxmlformats.org/drawingml/2006/main">
              <a:ext uri="{FF2B5EF4-FFF2-40B4-BE49-F238E27FC236}">
                <a16:creationId xmlns:a16="http://schemas.microsoft.com/office/drawing/2014/main" id="{1252E1C6-AE99-4057-86F2-D58ED27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4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2C977-32EE-43D2-B35D-E9D33F3D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7" name="source-10:7-1">
            <a:extLst xmlns:a="http://schemas.openxmlformats.org/drawingml/2006/main">
              <a:ext uri="{FF2B5EF4-FFF2-40B4-BE49-F238E27FC236}">
                <a16:creationId xmlns:a16="http://schemas.microsoft.com/office/drawing/2014/main" id="{64C95CE8-FD63-4DCA-AFF7-E7AC8147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743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source-10:8-1">
            <a:extLst xmlns:a="http://schemas.openxmlformats.org/drawingml/2006/main">
              <a:ext uri="{FF2B5EF4-FFF2-40B4-BE49-F238E27FC236}">
                <a16:creationId xmlns:a16="http://schemas.microsoft.com/office/drawing/2014/main" id="{79757793-0672-4EA4-ABC5-9AEB08A3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33850"/>
            <a:ext cx="78771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3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source-10:9-1">
            <a:extLst xmlns:a="http://schemas.openxmlformats.org/drawingml/2006/main">
              <a:ext uri="{FF2B5EF4-FFF2-40B4-BE49-F238E27FC236}">
                <a16:creationId xmlns:a16="http://schemas.microsoft.com/office/drawing/2014/main" id="{C70A5F19-3A62-4B61-89DC-465631F8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67350"/>
            <a:ext cx="78771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18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1691424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1:10-1">
            <a:extLst xmlns:a="http://schemas.openxmlformats.org/drawingml/2006/main">
              <a:ext uri="{FF2B5EF4-FFF2-40B4-BE49-F238E27FC236}">
                <a16:creationId xmlns:a16="http://schemas.microsoft.com/office/drawing/2014/main" id="{ED48CDDD-D123-4A0E-B045-556F6A3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source-11:2-1">
            <a:extLst xmlns:a="http://schemas.openxmlformats.org/drawingml/2006/main">
              <a:ext uri="{FF2B5EF4-FFF2-40B4-BE49-F238E27FC236}">
                <a16:creationId xmlns:a16="http://schemas.microsoft.com/office/drawing/2014/main" id="{B502DADD-89E0-4FD1-8AF7-16A3E7B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source-11:5-1">
            <a:extLst xmlns:a="http://schemas.openxmlformats.org/drawingml/2006/main">
              <a:ext uri="{FF2B5EF4-FFF2-40B4-BE49-F238E27FC236}">
                <a16:creationId xmlns:a16="http://schemas.microsoft.com/office/drawing/2014/main" id="{DB8C8E5A-02CE-46C5-98BB-849B126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5AE2D-97B7-4484-9FB8-9A295913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1:4-1">
            <a:extLst xmlns:a="http://schemas.openxmlformats.org/drawingml/2006/main">
              <a:ext uri="{FF2B5EF4-FFF2-40B4-BE49-F238E27FC236}">
                <a16:creationId xmlns:a16="http://schemas.microsoft.com/office/drawing/2014/main" id="{72645366-60A7-4D9B-B047-A1C0CB21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9725"/>
                <a:gridCol w="1581150"/>
                <a:gridCol w="1438275"/>
                <a:gridCol w="800100"/>
                <a:gridCol w="800100"/>
                <a:gridCol w="800100"/>
                <a:gridCol w="1600200"/>
                <a:gridCol w="2343150"/>
              </a:tblGrid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ource-11:7-1">
            <a:extLst xmlns:a="http://schemas.openxmlformats.org/drawingml/2006/main">
              <a:ext uri="{FF2B5EF4-FFF2-40B4-BE49-F238E27FC236}">
                <a16:creationId xmlns:a16="http://schemas.microsoft.com/office/drawing/2014/main" id="{8A5F22A2-23E7-4F1D-897A-C4CE7F6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source-11:8-1">
            <a:extLst xmlns:a="http://schemas.openxmlformats.org/drawingml/2006/main">
              <a:ext uri="{FF2B5EF4-FFF2-40B4-BE49-F238E27FC236}">
                <a16:creationId xmlns:a16="http://schemas.microsoft.com/office/drawing/2014/main" id="{7873B054-8388-4FCB-B396-ED1F808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source-11:9-1">
            <a:extLst xmlns:a="http://schemas.openxmlformats.org/drawingml/2006/main">
              <a:ext uri="{FF2B5EF4-FFF2-40B4-BE49-F238E27FC236}">
                <a16:creationId xmlns:a16="http://schemas.microsoft.com/office/drawing/2014/main" id="{D27AA584-02EF-4155-939D-D320FD0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57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1705383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urce-12:18-1">
            <a:extLst xmlns:a="http://schemas.openxmlformats.org/drawingml/2006/main">
              <a:ext uri="{FF2B5EF4-FFF2-40B4-BE49-F238E27FC236}">
                <a16:creationId xmlns:a16="http://schemas.microsoft.com/office/drawing/2014/main" id="{4A69C4FF-5890-4E66-A012-AD578FFC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source-12:2-1">
            <a:extLst xmlns:a="http://schemas.openxmlformats.org/drawingml/2006/main">
              <a:ext uri="{FF2B5EF4-FFF2-40B4-BE49-F238E27FC236}">
                <a16:creationId xmlns:a16="http://schemas.microsoft.com/office/drawing/2014/main" id="{C1563A7B-E80A-4DA5-B258-BFD7DF0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source-12:5-1">
            <a:extLst xmlns:a="http://schemas.openxmlformats.org/drawingml/2006/main">
              <a:ext uri="{FF2B5EF4-FFF2-40B4-BE49-F238E27FC236}">
                <a16:creationId xmlns:a16="http://schemas.microsoft.com/office/drawing/2014/main" id="{07AFB3D5-5FE2-4E9C-8355-1DD2CD6E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1D5B3-3511-475E-86AB-C5CEB54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2:4-1">
            <a:extLst xmlns:a="http://schemas.openxmlformats.org/drawingml/2006/main">
              <a:ext uri="{FF2B5EF4-FFF2-40B4-BE49-F238E27FC236}">
                <a16:creationId xmlns:a16="http://schemas.microsoft.com/office/drawing/2014/main" id="{A20A0898-B707-45D1-AEC0-1EB54E17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6" name="source-12:6-1">
            <a:extLst xmlns:a="http://schemas.openxmlformats.org/drawingml/2006/main">
              <a:ext uri="{FF2B5EF4-FFF2-40B4-BE49-F238E27FC236}">
                <a16:creationId xmlns:a16="http://schemas.microsoft.com/office/drawing/2014/main" id="{06FA5EA7-9842-4E1C-ABFC-0B4CD7E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source-12:7-1">
            <a:extLst xmlns:a="http://schemas.openxmlformats.org/drawingml/2006/main">
              <a:ext uri="{FF2B5EF4-FFF2-40B4-BE49-F238E27FC236}">
                <a16:creationId xmlns:a16="http://schemas.microsoft.com/office/drawing/2014/main" id="{1FC743D5-D526-487D-854C-1DB04E3C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383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98C53-DD34-4087-BF0A-41B2B76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12:9-1">
            <a:extLst xmlns:a="http://schemas.openxmlformats.org/drawingml/2006/main">
              <a:ext uri="{FF2B5EF4-FFF2-40B4-BE49-F238E27FC236}">
                <a16:creationId xmlns:a16="http://schemas.microsoft.com/office/drawing/2014/main" id="{E8714BF5-2CCD-42AB-92A2-2BC54C49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source-12:10-1">
            <a:extLst xmlns:a="http://schemas.openxmlformats.org/drawingml/2006/main">
              <a:ext uri="{FF2B5EF4-FFF2-40B4-BE49-F238E27FC236}">
                <a16:creationId xmlns:a16="http://schemas.microsoft.com/office/drawing/2014/main" id="{FCD577A9-4429-4BDB-ADC7-6B23A407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146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1B74D-AE3F-4E9C-A871-20744A2B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2" name="source-12:12-1">
            <a:extLst xmlns:a="http://schemas.openxmlformats.org/drawingml/2006/main">
              <a:ext uri="{FF2B5EF4-FFF2-40B4-BE49-F238E27FC236}">
                <a16:creationId xmlns:a16="http://schemas.microsoft.com/office/drawing/2014/main" id="{02AC6DF8-A1A0-4F38-8F7A-EE61A6D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source-12:13-1">
            <a:extLst xmlns:a="http://schemas.openxmlformats.org/drawingml/2006/main">
              <a:ext uri="{FF2B5EF4-FFF2-40B4-BE49-F238E27FC236}">
                <a16:creationId xmlns:a16="http://schemas.microsoft.com/office/drawing/2014/main" id="{BB168D8E-658B-4550-B40D-5168F0E7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909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2B679-4649-43AE-84FE-4925B37E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5" name="source-12:15-1">
            <a:extLst xmlns:a="http://schemas.openxmlformats.org/drawingml/2006/main">
              <a:ext uri="{FF2B5EF4-FFF2-40B4-BE49-F238E27FC236}">
                <a16:creationId xmlns:a16="http://schemas.microsoft.com/office/drawing/2014/main" id="{082543E3-1AD8-4E4B-9197-FF06683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2409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source-12:16-1">
            <a:extLst xmlns:a="http://schemas.openxmlformats.org/drawingml/2006/main">
              <a:ext uri="{FF2B5EF4-FFF2-40B4-BE49-F238E27FC236}">
                <a16:creationId xmlns:a16="http://schemas.microsoft.com/office/drawing/2014/main" id="{81CF77C6-18B2-49AE-87F5-4BFBA563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467225"/>
            <a:ext cx="8181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7467D-00D2-442C-900D-DA7451FC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8" name="source-12:17-1">
            <a:extLst xmlns:a="http://schemas.openxmlformats.org/drawingml/2006/main">
              <a:ext uri="{FF2B5EF4-FFF2-40B4-BE49-F238E27FC236}">
                <a16:creationId xmlns:a16="http://schemas.microsoft.com/office/drawing/2014/main" id="{60EAA042-549C-4539-931E-FFA65D4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1605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ource-13:10-1">
            <a:extLst xmlns:a="http://schemas.openxmlformats.org/drawingml/2006/main">
              <a:ext uri="{FF2B5EF4-FFF2-40B4-BE49-F238E27FC236}">
                <a16:creationId xmlns:a16="http://schemas.microsoft.com/office/drawing/2014/main" id="{E00693AF-9613-49CE-8CA5-4CE0004A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source-13:2-1">
            <a:extLst xmlns:a="http://schemas.openxmlformats.org/drawingml/2006/main">
              <a:ext uri="{FF2B5EF4-FFF2-40B4-BE49-F238E27FC236}">
                <a16:creationId xmlns:a16="http://schemas.microsoft.com/office/drawing/2014/main" id="{51B9AF49-C186-4210-BF4C-E0AD9E5D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source-13:5-1">
            <a:extLst xmlns:a="http://schemas.openxmlformats.org/drawingml/2006/main">
              <a:ext uri="{FF2B5EF4-FFF2-40B4-BE49-F238E27FC236}">
                <a16:creationId xmlns:a16="http://schemas.microsoft.com/office/drawing/2014/main" id="{9203CDA7-7F37-4CD8-AFC0-27B9315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A5E07-3F9D-4322-826B-7AEB6EBC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3:4-1">
            <a:extLst xmlns:a="http://schemas.openxmlformats.org/drawingml/2006/main">
              <a:ext uri="{FF2B5EF4-FFF2-40B4-BE49-F238E27FC236}">
                <a16:creationId xmlns:a16="http://schemas.microsoft.com/office/drawing/2014/main" id="{876C700D-1508-4EB9-98AC-016AE700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67425"/>
                <a:gridCol w="1628775"/>
                <a:gridCol w="1638300"/>
                <a:gridCol w="1638300"/>
              </a:tblGrid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666C78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71A21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4D6CB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33350" marR="133350" marT="114300" marB="11430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source-13:7-1">
            <a:extLst xmlns:a="http://schemas.openxmlformats.org/drawingml/2006/main">
              <a:ext uri="{FF2B5EF4-FFF2-40B4-BE49-F238E27FC236}">
                <a16:creationId xmlns:a16="http://schemas.microsoft.com/office/drawing/2014/main" id="{E5551FEB-4FC2-4D9B-A4B1-1E996DD7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195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source-13:8-1">
            <a:extLst xmlns:a="http://schemas.openxmlformats.org/drawingml/2006/main">
              <a:ext uri="{FF2B5EF4-FFF2-40B4-BE49-F238E27FC236}">
                <a16:creationId xmlns:a16="http://schemas.microsoft.com/office/drawing/2014/main" id="{0EE3CCDC-CDFB-4C2B-941F-7FF0FFED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source-13:9-1">
            <a:extLst xmlns:a="http://schemas.openxmlformats.org/drawingml/2006/main">
              <a:ext uri="{FF2B5EF4-FFF2-40B4-BE49-F238E27FC236}">
                <a16:creationId xmlns:a16="http://schemas.microsoft.com/office/drawing/2014/main" id="{074C60D9-BA78-4C72-B697-74021C0D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378571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ource-14:14-1">
            <a:extLst xmlns:a="http://schemas.openxmlformats.org/drawingml/2006/main">
              <a:ext uri="{FF2B5EF4-FFF2-40B4-BE49-F238E27FC236}">
                <a16:creationId xmlns:a16="http://schemas.microsoft.com/office/drawing/2014/main" id="{FDA3EFBB-2749-4158-99D6-C67AD6C6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6CB5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source-14:2-1">
            <a:extLst xmlns:a="http://schemas.openxmlformats.org/drawingml/2006/main">
              <a:ext uri="{FF2B5EF4-FFF2-40B4-BE49-F238E27FC236}">
                <a16:creationId xmlns:a16="http://schemas.microsoft.com/office/drawing/2014/main" id="{10599D37-CD54-467A-B901-8FE0357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source-14:5-1">
            <a:extLst xmlns:a="http://schemas.openxmlformats.org/drawingml/2006/main">
              <a:ext uri="{FF2B5EF4-FFF2-40B4-BE49-F238E27FC236}">
                <a16:creationId xmlns:a16="http://schemas.microsoft.com/office/drawing/2014/main" id="{3233E978-FF30-48A3-936B-FD0E67C9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CF77A-6447-46C9-A84A-A1ABF61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BEC9"/>
            </a:solidFill>
          </a:ln>
        </p:spPr>
      </p:sp>
      <p:sp>
        <p:nvSpPr>
          <p:cNvPr id="5" name="source-14:4-1">
            <a:extLst xmlns:a="http://schemas.openxmlformats.org/drawingml/2006/main">
              <a:ext uri="{FF2B5EF4-FFF2-40B4-BE49-F238E27FC236}">
                <a16:creationId xmlns:a16="http://schemas.microsoft.com/office/drawing/2014/main" id="{76FBC232-FF40-4511-B206-6BB149E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6" name="source-14:6-1">
            <a:extLst xmlns:a="http://schemas.openxmlformats.org/drawingml/2006/main">
              <a:ext uri="{FF2B5EF4-FFF2-40B4-BE49-F238E27FC236}">
                <a16:creationId xmlns:a16="http://schemas.microsoft.com/office/drawing/2014/main" id="{B858167F-C59A-4502-9DA3-4C4AAD78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source-14:10-1">
            <a:extLst xmlns:a="http://schemas.openxmlformats.org/drawingml/2006/main">
              <a:ext uri="{FF2B5EF4-FFF2-40B4-BE49-F238E27FC236}">
                <a16:creationId xmlns:a16="http://schemas.microsoft.com/office/drawing/2014/main" id="{E96D2B05-E16D-4D1A-9FAA-D3A0DCE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38325"/>
            <a:ext cx="4019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21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0A9AD-67EA-4337-A578-19247BF1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0" cy="415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9" name="source-14:7-1">
            <a:extLst xmlns:a="http://schemas.openxmlformats.org/drawingml/2006/main">
              <a:ext uri="{FF2B5EF4-FFF2-40B4-BE49-F238E27FC236}">
                <a16:creationId xmlns:a16="http://schemas.microsoft.com/office/drawing/2014/main" id="{2CC81BCD-FBA5-4A30-9C13-E516FAA3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</p:txBody>
      </p:sp>
      <p:sp>
        <p:nvSpPr>
          <p:cNvPr id="10" name="source-14:7-2">
            <a:extLst xmlns:a="http://schemas.openxmlformats.org/drawingml/2006/main">
              <a:ext uri="{FF2B5EF4-FFF2-40B4-BE49-F238E27FC236}">
                <a16:creationId xmlns:a16="http://schemas.microsoft.com/office/drawing/2014/main" id="{D6CE5F1F-352D-404A-87C1-5726196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</p:txBody>
      </p:sp>
      <p:sp>
        <p:nvSpPr>
          <p:cNvPr id="11" name="source-14:7-3">
            <a:extLst xmlns:a="http://schemas.openxmlformats.org/drawingml/2006/main">
              <a:ext uri="{FF2B5EF4-FFF2-40B4-BE49-F238E27FC236}">
                <a16:creationId xmlns:a16="http://schemas.microsoft.com/office/drawing/2014/main" id="{AB9C5056-3F58-4598-ABC6-6414E80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12" name="source-14:8-1">
            <a:extLst xmlns:a="http://schemas.openxmlformats.org/drawingml/2006/main">
              <a:ext uri="{FF2B5EF4-FFF2-40B4-BE49-F238E27FC236}">
                <a16:creationId xmlns:a16="http://schemas.microsoft.com/office/drawing/2014/main" id="{7DF42725-2178-4D44-A8E2-80DA599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</p:txBody>
      </p:sp>
      <p:sp>
        <p:nvSpPr>
          <p:cNvPr id="13" name="source-14:8-2">
            <a:extLst xmlns:a="http://schemas.openxmlformats.org/drawingml/2006/main">
              <a:ext uri="{FF2B5EF4-FFF2-40B4-BE49-F238E27FC236}">
                <a16:creationId xmlns:a16="http://schemas.microsoft.com/office/drawing/2014/main" id="{9F9CF421-0F3C-4915-A4B4-11313566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</p:txBody>
      </p:sp>
      <p:sp>
        <p:nvSpPr>
          <p:cNvPr id="14" name="source-14:8-3">
            <a:extLst xmlns:a="http://schemas.openxmlformats.org/drawingml/2006/main">
              <a:ext uri="{FF2B5EF4-FFF2-40B4-BE49-F238E27FC236}">
                <a16:creationId xmlns:a16="http://schemas.microsoft.com/office/drawing/2014/main" id="{922BB5CB-58CC-4CA1-8D88-E4AC4E1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15" name="source-14:9-1">
            <a:extLst xmlns:a="http://schemas.openxmlformats.org/drawingml/2006/main">
              <a:ext uri="{FF2B5EF4-FFF2-40B4-BE49-F238E27FC236}">
                <a16:creationId xmlns:a16="http://schemas.microsoft.com/office/drawing/2014/main" id="{1AD7A3F6-AB08-4F13-A4D5-7352C1A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</p:txBody>
      </p:sp>
      <p:sp>
        <p:nvSpPr>
          <p:cNvPr id="16" name="source-14:9-2">
            <a:extLst xmlns:a="http://schemas.openxmlformats.org/drawingml/2006/main">
              <a:ext uri="{FF2B5EF4-FFF2-40B4-BE49-F238E27FC236}">
                <a16:creationId xmlns:a16="http://schemas.microsoft.com/office/drawing/2014/main" id="{ECCF1972-3FC5-4CAE-A3CF-406D0F0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200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</p:txBody>
      </p:sp>
      <p:sp>
        <p:nvSpPr>
          <p:cNvPr id="17" name="source-14:9-3">
            <a:extLst xmlns:a="http://schemas.openxmlformats.org/drawingml/2006/main">
              <a:ext uri="{FF2B5EF4-FFF2-40B4-BE49-F238E27FC236}">
                <a16:creationId xmlns:a16="http://schemas.microsoft.com/office/drawing/2014/main" id="{1818460B-3584-4B89-B02E-4188A091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620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D6CB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D6CB5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92B86-A6BB-46E3-B192-70B2E616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620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2CCF0-BFDF-4D0F-AEC3-42A926DB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620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0E7"/>
            </a:solidFill>
          </a:ln>
        </p:spPr>
      </p:sp>
      <p:sp>
        <p:nvSpPr>
          <p:cNvPr id="20" name="source-14:11-1">
            <a:extLst xmlns:a="http://schemas.openxmlformats.org/drawingml/2006/main">
              <a:ext uri="{FF2B5EF4-FFF2-40B4-BE49-F238E27FC236}">
                <a16:creationId xmlns:a16="http://schemas.microsoft.com/office/drawing/2014/main" id="{46C4FA7C-7005-4D4C-A03B-674FB016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40195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1A2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1A21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21" name="source-14:12-1">
            <a:extLst xmlns:a="http://schemas.openxmlformats.org/drawingml/2006/main">
              <a:ext uri="{FF2B5EF4-FFF2-40B4-BE49-F238E27FC236}">
                <a16:creationId xmlns:a16="http://schemas.microsoft.com/office/drawing/2014/main" id="{E97858C0-AFAE-4BFF-853B-A120FE6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00575"/>
            <a:ext cx="4019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666C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C78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</p:spTree>
    <p:extLst>
      <p:ext uri="{BB962C8B-B14F-4D97-AF65-F5344CB8AC3E}">
        <p14:creationId xmlns:p14="http://schemas.microsoft.com/office/powerpoint/2010/main" val="535530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2026-09-13T17:24:39.4700000Z</dcterms:created>
  <dcterms:modified xsi:type="dcterms:W3CDTF">2026-09-13T17:24:39.4700000Z</dcterms:modified>
</coreProperties>
</file>